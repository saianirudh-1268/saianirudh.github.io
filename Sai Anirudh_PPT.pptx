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notesMasterIdLst>
    <p:notesMasterId r:id="rId16"/>
  </p:notesMasterIdLst>
  <p:sldIdLst>
    <p:sldId id="256" r:id="rId2"/>
    <p:sldId id="257" r:id="rId3"/>
    <p:sldId id="258" r:id="rId4"/>
    <p:sldId id="273" r:id="rId5"/>
    <p:sldId id="269" r:id="rId6"/>
    <p:sldId id="260" r:id="rId7"/>
    <p:sldId id="261" r:id="rId8"/>
    <p:sldId id="259" r:id="rId9"/>
    <p:sldId id="264" r:id="rId10"/>
    <p:sldId id="265" r:id="rId11"/>
    <p:sldId id="267" r:id="rId12"/>
    <p:sldId id="268" r:id="rId13"/>
    <p:sldId id="270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5FD924-6C76-44AA-B3BD-09004F87EB1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569FFFE-AB96-447D-BE15-3AE15EDDA65E}">
      <dgm:prSet/>
      <dgm:spPr/>
      <dgm:t>
        <a:bodyPr/>
        <a:lstStyle/>
        <a:p>
          <a:r>
            <a:rPr lang="en-US"/>
            <a:t>Background</a:t>
          </a:r>
        </a:p>
      </dgm:t>
    </dgm:pt>
    <dgm:pt modelId="{3DDF20E2-75A0-4C0E-99BB-C67859A11780}" type="parTrans" cxnId="{57D9F578-8656-4C1C-A04E-2C3F82B44184}">
      <dgm:prSet/>
      <dgm:spPr/>
      <dgm:t>
        <a:bodyPr/>
        <a:lstStyle/>
        <a:p>
          <a:endParaRPr lang="en-US"/>
        </a:p>
      </dgm:t>
    </dgm:pt>
    <dgm:pt modelId="{B6C5D7B8-1591-49ED-A7EC-27E49B197F4A}" type="sibTrans" cxnId="{57D9F578-8656-4C1C-A04E-2C3F82B44184}">
      <dgm:prSet/>
      <dgm:spPr/>
      <dgm:t>
        <a:bodyPr/>
        <a:lstStyle/>
        <a:p>
          <a:endParaRPr lang="en-US"/>
        </a:p>
      </dgm:t>
    </dgm:pt>
    <dgm:pt modelId="{BCAE4235-9B83-4E5E-B044-3C0DD4E308B5}">
      <dgm:prSet/>
      <dgm:spPr/>
      <dgm:t>
        <a:bodyPr/>
        <a:lstStyle/>
        <a:p>
          <a:r>
            <a:rPr lang="en-US"/>
            <a:t>Problem Statement</a:t>
          </a:r>
        </a:p>
      </dgm:t>
    </dgm:pt>
    <dgm:pt modelId="{DF563F83-7127-4F29-8CA7-F9AFD4328560}" type="parTrans" cxnId="{3208F137-932E-4635-BD8C-0F47FB673590}">
      <dgm:prSet/>
      <dgm:spPr/>
      <dgm:t>
        <a:bodyPr/>
        <a:lstStyle/>
        <a:p>
          <a:endParaRPr lang="en-US"/>
        </a:p>
      </dgm:t>
    </dgm:pt>
    <dgm:pt modelId="{350F376A-F61C-4D7E-84A4-CA80FAC8D4F0}" type="sibTrans" cxnId="{3208F137-932E-4635-BD8C-0F47FB673590}">
      <dgm:prSet/>
      <dgm:spPr/>
      <dgm:t>
        <a:bodyPr/>
        <a:lstStyle/>
        <a:p>
          <a:endParaRPr lang="en-US"/>
        </a:p>
      </dgm:t>
    </dgm:pt>
    <dgm:pt modelId="{A42B01A3-71A3-4A8E-B406-CE5B7AC9391E}">
      <dgm:prSet/>
      <dgm:spPr/>
      <dgm:t>
        <a:bodyPr/>
        <a:lstStyle/>
        <a:p>
          <a:r>
            <a:rPr lang="en-US"/>
            <a:t>Objectives</a:t>
          </a:r>
        </a:p>
      </dgm:t>
    </dgm:pt>
    <dgm:pt modelId="{0B9443A0-6A10-4313-AF65-A94FE8ECF8BB}" type="parTrans" cxnId="{B9AC8E62-7B2E-4307-AAC8-BCE099235CF5}">
      <dgm:prSet/>
      <dgm:spPr/>
      <dgm:t>
        <a:bodyPr/>
        <a:lstStyle/>
        <a:p>
          <a:endParaRPr lang="en-US"/>
        </a:p>
      </dgm:t>
    </dgm:pt>
    <dgm:pt modelId="{E03B61FD-7898-438C-83DE-AAD822513987}" type="sibTrans" cxnId="{B9AC8E62-7B2E-4307-AAC8-BCE099235CF5}">
      <dgm:prSet/>
      <dgm:spPr/>
      <dgm:t>
        <a:bodyPr/>
        <a:lstStyle/>
        <a:p>
          <a:endParaRPr lang="en-US"/>
        </a:p>
      </dgm:t>
    </dgm:pt>
    <dgm:pt modelId="{9922A798-09B8-484C-9C83-B39CEC60D7EC}">
      <dgm:prSet/>
      <dgm:spPr/>
      <dgm:t>
        <a:bodyPr/>
        <a:lstStyle/>
        <a:p>
          <a:r>
            <a:rPr lang="en-US"/>
            <a:t>Methods</a:t>
          </a:r>
        </a:p>
      </dgm:t>
    </dgm:pt>
    <dgm:pt modelId="{3F813726-4703-490D-A828-8E54A4802C4F}" type="parTrans" cxnId="{DC8BB85F-35EC-4BE4-9146-A96D5EC8AB8A}">
      <dgm:prSet/>
      <dgm:spPr/>
      <dgm:t>
        <a:bodyPr/>
        <a:lstStyle/>
        <a:p>
          <a:endParaRPr lang="en-US"/>
        </a:p>
      </dgm:t>
    </dgm:pt>
    <dgm:pt modelId="{F911CC36-DC54-40D1-B019-7CFAF4656E60}" type="sibTrans" cxnId="{DC8BB85F-35EC-4BE4-9146-A96D5EC8AB8A}">
      <dgm:prSet/>
      <dgm:spPr/>
      <dgm:t>
        <a:bodyPr/>
        <a:lstStyle/>
        <a:p>
          <a:endParaRPr lang="en-US"/>
        </a:p>
      </dgm:t>
    </dgm:pt>
    <dgm:pt modelId="{FBCC51AA-FD84-4F2B-8EAF-BD8845F160B1}">
      <dgm:prSet/>
      <dgm:spPr/>
      <dgm:t>
        <a:bodyPr/>
        <a:lstStyle/>
        <a:p>
          <a:r>
            <a:rPr lang="en-US" dirty="0"/>
            <a:t>Experimental Setup</a:t>
          </a:r>
        </a:p>
      </dgm:t>
    </dgm:pt>
    <dgm:pt modelId="{C48EAD19-C1CE-4E92-B98D-4CE4DEBEAF7E}" type="parTrans" cxnId="{2BF1EE39-DF5E-4F0D-80F0-3EABBFDE8277}">
      <dgm:prSet/>
      <dgm:spPr/>
      <dgm:t>
        <a:bodyPr/>
        <a:lstStyle/>
        <a:p>
          <a:endParaRPr lang="en-US"/>
        </a:p>
      </dgm:t>
    </dgm:pt>
    <dgm:pt modelId="{A7F60781-D562-43DF-A0F1-9C086EF425A9}" type="sibTrans" cxnId="{2BF1EE39-DF5E-4F0D-80F0-3EABBFDE8277}">
      <dgm:prSet/>
      <dgm:spPr/>
      <dgm:t>
        <a:bodyPr/>
        <a:lstStyle/>
        <a:p>
          <a:endParaRPr lang="en-US"/>
        </a:p>
      </dgm:t>
    </dgm:pt>
    <dgm:pt modelId="{7E663875-749C-4606-94AA-757A7A69EAE5}">
      <dgm:prSet/>
      <dgm:spPr/>
      <dgm:t>
        <a:bodyPr/>
        <a:lstStyle/>
        <a:p>
          <a:r>
            <a:rPr lang="en-US" dirty="0"/>
            <a:t>Results &amp; Discussion</a:t>
          </a:r>
        </a:p>
      </dgm:t>
    </dgm:pt>
    <dgm:pt modelId="{38D70726-07A1-4C55-BC17-78F1FC3F294D}" type="parTrans" cxnId="{9660C5AA-62DE-46E2-9C55-BD8FAD8258B9}">
      <dgm:prSet/>
      <dgm:spPr/>
      <dgm:t>
        <a:bodyPr/>
        <a:lstStyle/>
        <a:p>
          <a:endParaRPr lang="en-US"/>
        </a:p>
      </dgm:t>
    </dgm:pt>
    <dgm:pt modelId="{F105BA16-AE1A-4461-B6AA-40B23EBB00BA}" type="sibTrans" cxnId="{9660C5AA-62DE-46E2-9C55-BD8FAD8258B9}">
      <dgm:prSet/>
      <dgm:spPr/>
      <dgm:t>
        <a:bodyPr/>
        <a:lstStyle/>
        <a:p>
          <a:endParaRPr lang="en-US"/>
        </a:p>
      </dgm:t>
    </dgm:pt>
    <dgm:pt modelId="{B65DD2E1-96AD-404C-A90D-A5A9280D5DA1}">
      <dgm:prSet/>
      <dgm:spPr/>
      <dgm:t>
        <a:bodyPr/>
        <a:lstStyle/>
        <a:p>
          <a:r>
            <a:rPr lang="en-US" dirty="0"/>
            <a:t>Limitations</a:t>
          </a:r>
        </a:p>
      </dgm:t>
    </dgm:pt>
    <dgm:pt modelId="{CA8B8188-C185-443D-A52A-5266C4268492}" type="parTrans" cxnId="{F6712081-AA05-43D1-8005-65D76CDFA222}">
      <dgm:prSet/>
      <dgm:spPr/>
      <dgm:t>
        <a:bodyPr/>
        <a:lstStyle/>
        <a:p>
          <a:endParaRPr lang="en-US"/>
        </a:p>
      </dgm:t>
    </dgm:pt>
    <dgm:pt modelId="{B95849BC-8AD8-410A-9460-3B949080912F}" type="sibTrans" cxnId="{F6712081-AA05-43D1-8005-65D76CDFA222}">
      <dgm:prSet/>
      <dgm:spPr/>
      <dgm:t>
        <a:bodyPr/>
        <a:lstStyle/>
        <a:p>
          <a:endParaRPr lang="en-US"/>
        </a:p>
      </dgm:t>
    </dgm:pt>
    <dgm:pt modelId="{DF8C2FBA-6E0F-4F81-8541-4B328A4C5CFC}">
      <dgm:prSet/>
      <dgm:spPr/>
      <dgm:t>
        <a:bodyPr/>
        <a:lstStyle/>
        <a:p>
          <a:r>
            <a:rPr lang="en-US"/>
            <a:t>Conclusion</a:t>
          </a:r>
        </a:p>
      </dgm:t>
    </dgm:pt>
    <dgm:pt modelId="{2B3C46FD-9D32-46B7-AA61-F95E67975A9F}" type="parTrans" cxnId="{C1D084D4-139E-4AAE-A407-7A45563287C6}">
      <dgm:prSet/>
      <dgm:spPr/>
      <dgm:t>
        <a:bodyPr/>
        <a:lstStyle/>
        <a:p>
          <a:endParaRPr lang="en-US"/>
        </a:p>
      </dgm:t>
    </dgm:pt>
    <dgm:pt modelId="{42D37782-805C-454B-9FF9-81199818721B}" type="sibTrans" cxnId="{C1D084D4-139E-4AAE-A407-7A45563287C6}">
      <dgm:prSet/>
      <dgm:spPr/>
      <dgm:t>
        <a:bodyPr/>
        <a:lstStyle/>
        <a:p>
          <a:endParaRPr lang="en-US"/>
        </a:p>
      </dgm:t>
    </dgm:pt>
    <dgm:pt modelId="{D9A47BA9-3BBD-4681-99D5-150C5F65D636}">
      <dgm:prSet/>
      <dgm:spPr/>
      <dgm:t>
        <a:bodyPr/>
        <a:lstStyle/>
        <a:p>
          <a:r>
            <a:rPr lang="en-US" dirty="0"/>
            <a:t>Importance for 6G</a:t>
          </a:r>
          <a:endParaRPr lang="en-IN" dirty="0"/>
        </a:p>
      </dgm:t>
    </dgm:pt>
    <dgm:pt modelId="{979A65F5-6EA2-4E2B-BB18-848FF258A823}" type="parTrans" cxnId="{B26C6770-B8C0-4D46-9969-5F1002F463A8}">
      <dgm:prSet/>
      <dgm:spPr/>
      <dgm:t>
        <a:bodyPr/>
        <a:lstStyle/>
        <a:p>
          <a:endParaRPr lang="en-IN"/>
        </a:p>
      </dgm:t>
    </dgm:pt>
    <dgm:pt modelId="{A7709382-7674-460E-811D-492B149A999F}" type="sibTrans" cxnId="{B26C6770-B8C0-4D46-9969-5F1002F463A8}">
      <dgm:prSet/>
      <dgm:spPr/>
      <dgm:t>
        <a:bodyPr/>
        <a:lstStyle/>
        <a:p>
          <a:endParaRPr lang="en-IN"/>
        </a:p>
      </dgm:t>
    </dgm:pt>
    <dgm:pt modelId="{47A9A258-195C-45E9-96CB-2FA5B5F1E161}">
      <dgm:prSet/>
      <dgm:spPr/>
      <dgm:t>
        <a:bodyPr/>
        <a:lstStyle/>
        <a:p>
          <a:r>
            <a:rPr lang="en-US" dirty="0"/>
            <a:t>Advantages</a:t>
          </a:r>
          <a:endParaRPr lang="en-IN" dirty="0"/>
        </a:p>
      </dgm:t>
    </dgm:pt>
    <dgm:pt modelId="{21EB9158-3C03-41CE-BC44-EF69DDB2D86B}" type="parTrans" cxnId="{BC18CFCD-6F04-438A-AB8F-74CAA4C05B6E}">
      <dgm:prSet/>
      <dgm:spPr/>
      <dgm:t>
        <a:bodyPr/>
        <a:lstStyle/>
        <a:p>
          <a:endParaRPr lang="en-IN"/>
        </a:p>
      </dgm:t>
    </dgm:pt>
    <dgm:pt modelId="{6667DA39-AF73-48D7-B3A7-4A5B4834623F}" type="sibTrans" cxnId="{BC18CFCD-6F04-438A-AB8F-74CAA4C05B6E}">
      <dgm:prSet/>
      <dgm:spPr/>
      <dgm:t>
        <a:bodyPr/>
        <a:lstStyle/>
        <a:p>
          <a:endParaRPr lang="en-IN"/>
        </a:p>
      </dgm:t>
    </dgm:pt>
    <dgm:pt modelId="{F5398237-D5E3-4D78-94DE-60C439FF64E5}" type="pres">
      <dgm:prSet presAssocID="{505FD924-6C76-44AA-B3BD-09004F87EB15}" presName="linear" presStyleCnt="0">
        <dgm:presLayoutVars>
          <dgm:animLvl val="lvl"/>
          <dgm:resizeHandles val="exact"/>
        </dgm:presLayoutVars>
      </dgm:prSet>
      <dgm:spPr/>
    </dgm:pt>
    <dgm:pt modelId="{BCBF32E9-915A-40BC-BCB4-AD1B6A54FC87}" type="pres">
      <dgm:prSet presAssocID="{B569FFFE-AB96-447D-BE15-3AE15EDDA65E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F1F89256-8937-4CC4-8515-A269A28D7C16}" type="pres">
      <dgm:prSet presAssocID="{B6C5D7B8-1591-49ED-A7EC-27E49B197F4A}" presName="spacer" presStyleCnt="0"/>
      <dgm:spPr/>
    </dgm:pt>
    <dgm:pt modelId="{3173233C-46D3-4C5C-BB2B-72A0ECBD1340}" type="pres">
      <dgm:prSet presAssocID="{B65DD2E1-96AD-404C-A90D-A5A9280D5DA1}" presName="parentText" presStyleLbl="node1" presStyleIdx="1" presStyleCnt="10" custLinFactNeighborX="-88">
        <dgm:presLayoutVars>
          <dgm:chMax val="0"/>
          <dgm:bulletEnabled val="1"/>
        </dgm:presLayoutVars>
      </dgm:prSet>
      <dgm:spPr/>
    </dgm:pt>
    <dgm:pt modelId="{7047AA5B-3A03-4E51-A321-D4BC21B0EC97}" type="pres">
      <dgm:prSet presAssocID="{B95849BC-8AD8-410A-9460-3B949080912F}" presName="spacer" presStyleCnt="0"/>
      <dgm:spPr/>
    </dgm:pt>
    <dgm:pt modelId="{CDC33183-9167-4A03-A83C-259A5A529A83}" type="pres">
      <dgm:prSet presAssocID="{A42B01A3-71A3-4A8E-B406-CE5B7AC9391E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4E7ABF20-BFA2-49C6-831E-386B71A79896}" type="pres">
      <dgm:prSet presAssocID="{E03B61FD-7898-438C-83DE-AAD822513987}" presName="spacer" presStyleCnt="0"/>
      <dgm:spPr/>
    </dgm:pt>
    <dgm:pt modelId="{859F107B-D7E5-48AA-A070-9C2A49260492}" type="pres">
      <dgm:prSet presAssocID="{FBCC51AA-FD84-4F2B-8EAF-BD8845F160B1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DFC5B61B-2D89-49CF-83DC-CEBC341D7CEF}" type="pres">
      <dgm:prSet presAssocID="{A7F60781-D562-43DF-A0F1-9C086EF425A9}" presName="spacer" presStyleCnt="0"/>
      <dgm:spPr/>
    </dgm:pt>
    <dgm:pt modelId="{0FC929A3-4C64-4C54-9DC1-16D89C687F0C}" type="pres">
      <dgm:prSet presAssocID="{BCAE4235-9B83-4E5E-B044-3C0DD4E308B5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73A947FC-4A6B-4F00-AB9D-7F153B3BB8AC}" type="pres">
      <dgm:prSet presAssocID="{350F376A-F61C-4D7E-84A4-CA80FAC8D4F0}" presName="spacer" presStyleCnt="0"/>
      <dgm:spPr/>
    </dgm:pt>
    <dgm:pt modelId="{F17021A2-D00A-419A-942B-CF64662FEA71}" type="pres">
      <dgm:prSet presAssocID="{9922A798-09B8-484C-9C83-B39CEC60D7EC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D2797B7D-A0B0-4235-A6DA-3D9A7BBFB6FA}" type="pres">
      <dgm:prSet presAssocID="{F911CC36-DC54-40D1-B019-7CFAF4656E60}" presName="spacer" presStyleCnt="0"/>
      <dgm:spPr/>
    </dgm:pt>
    <dgm:pt modelId="{BF4F12AE-5A15-4859-BA65-0FE7638677AA}" type="pres">
      <dgm:prSet presAssocID="{7E663875-749C-4606-94AA-757A7A69EAE5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9877ED56-49A2-4858-8B1D-A5FD34A418E7}" type="pres">
      <dgm:prSet presAssocID="{F105BA16-AE1A-4461-B6AA-40B23EBB00BA}" presName="spacer" presStyleCnt="0"/>
      <dgm:spPr/>
    </dgm:pt>
    <dgm:pt modelId="{197BF38B-AD4C-4782-B1F9-C02BFD3C7017}" type="pres">
      <dgm:prSet presAssocID="{D9A47BA9-3BBD-4681-99D5-150C5F65D636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FCB5CD11-06F4-4A5B-B220-FC8E56FB45D2}" type="pres">
      <dgm:prSet presAssocID="{A7709382-7674-460E-811D-492B149A999F}" presName="spacer" presStyleCnt="0"/>
      <dgm:spPr/>
    </dgm:pt>
    <dgm:pt modelId="{79447505-16AB-4895-8B73-C7946EC2CBA0}" type="pres">
      <dgm:prSet presAssocID="{47A9A258-195C-45E9-96CB-2FA5B5F1E161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AE173A7C-5782-4D48-9046-489A49DA3C5A}" type="pres">
      <dgm:prSet presAssocID="{6667DA39-AF73-48D7-B3A7-4A5B4834623F}" presName="spacer" presStyleCnt="0"/>
      <dgm:spPr/>
    </dgm:pt>
    <dgm:pt modelId="{4A5711C1-7AD9-4DAA-AFBC-98CDEC730381}" type="pres">
      <dgm:prSet presAssocID="{DF8C2FBA-6E0F-4F81-8541-4B328A4C5CFC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81292002-681A-4E1C-B8BA-408539027D3B}" type="presOf" srcId="{BCAE4235-9B83-4E5E-B044-3C0DD4E308B5}" destId="{0FC929A3-4C64-4C54-9DC1-16D89C687F0C}" srcOrd="0" destOrd="0" presId="urn:microsoft.com/office/officeart/2005/8/layout/vList2"/>
    <dgm:cxn modelId="{8907EC14-BF6E-4642-A915-866F2CB9E623}" type="presOf" srcId="{DF8C2FBA-6E0F-4F81-8541-4B328A4C5CFC}" destId="{4A5711C1-7AD9-4DAA-AFBC-98CDEC730381}" srcOrd="0" destOrd="0" presId="urn:microsoft.com/office/officeart/2005/8/layout/vList2"/>
    <dgm:cxn modelId="{9144BA1A-DA66-43E1-A9F1-E0821521F15A}" type="presOf" srcId="{FBCC51AA-FD84-4F2B-8EAF-BD8845F160B1}" destId="{859F107B-D7E5-48AA-A070-9C2A49260492}" srcOrd="0" destOrd="0" presId="urn:microsoft.com/office/officeart/2005/8/layout/vList2"/>
    <dgm:cxn modelId="{3208F137-932E-4635-BD8C-0F47FB673590}" srcId="{505FD924-6C76-44AA-B3BD-09004F87EB15}" destId="{BCAE4235-9B83-4E5E-B044-3C0DD4E308B5}" srcOrd="4" destOrd="0" parTransId="{DF563F83-7127-4F29-8CA7-F9AFD4328560}" sibTransId="{350F376A-F61C-4D7E-84A4-CA80FAC8D4F0}"/>
    <dgm:cxn modelId="{2BF1EE39-DF5E-4F0D-80F0-3EABBFDE8277}" srcId="{505FD924-6C76-44AA-B3BD-09004F87EB15}" destId="{FBCC51AA-FD84-4F2B-8EAF-BD8845F160B1}" srcOrd="3" destOrd="0" parTransId="{C48EAD19-C1CE-4E92-B98D-4CE4DEBEAF7E}" sibTransId="{A7F60781-D562-43DF-A0F1-9C086EF425A9}"/>
    <dgm:cxn modelId="{448E713C-EF45-42FE-AA15-9917EF0FC87E}" type="presOf" srcId="{9922A798-09B8-484C-9C83-B39CEC60D7EC}" destId="{F17021A2-D00A-419A-942B-CF64662FEA71}" srcOrd="0" destOrd="0" presId="urn:microsoft.com/office/officeart/2005/8/layout/vList2"/>
    <dgm:cxn modelId="{DC8BB85F-35EC-4BE4-9146-A96D5EC8AB8A}" srcId="{505FD924-6C76-44AA-B3BD-09004F87EB15}" destId="{9922A798-09B8-484C-9C83-B39CEC60D7EC}" srcOrd="5" destOrd="0" parTransId="{3F813726-4703-490D-A828-8E54A4802C4F}" sibTransId="{F911CC36-DC54-40D1-B019-7CFAF4656E60}"/>
    <dgm:cxn modelId="{B9AC8E62-7B2E-4307-AAC8-BCE099235CF5}" srcId="{505FD924-6C76-44AA-B3BD-09004F87EB15}" destId="{A42B01A3-71A3-4A8E-B406-CE5B7AC9391E}" srcOrd="2" destOrd="0" parTransId="{0B9443A0-6A10-4313-AF65-A94FE8ECF8BB}" sibTransId="{E03B61FD-7898-438C-83DE-AAD822513987}"/>
    <dgm:cxn modelId="{F2FF1044-2A5E-4EDB-B4AA-6ACF69453013}" type="presOf" srcId="{7E663875-749C-4606-94AA-757A7A69EAE5}" destId="{BF4F12AE-5A15-4859-BA65-0FE7638677AA}" srcOrd="0" destOrd="0" presId="urn:microsoft.com/office/officeart/2005/8/layout/vList2"/>
    <dgm:cxn modelId="{257C0047-8350-4EB4-AE5D-177B32FEE518}" type="presOf" srcId="{A42B01A3-71A3-4A8E-B406-CE5B7AC9391E}" destId="{CDC33183-9167-4A03-A83C-259A5A529A83}" srcOrd="0" destOrd="0" presId="urn:microsoft.com/office/officeart/2005/8/layout/vList2"/>
    <dgm:cxn modelId="{B26C6770-B8C0-4D46-9969-5F1002F463A8}" srcId="{505FD924-6C76-44AA-B3BD-09004F87EB15}" destId="{D9A47BA9-3BBD-4681-99D5-150C5F65D636}" srcOrd="7" destOrd="0" parTransId="{979A65F5-6EA2-4E2B-BB18-848FF258A823}" sibTransId="{A7709382-7674-460E-811D-492B149A999F}"/>
    <dgm:cxn modelId="{57D9F578-8656-4C1C-A04E-2C3F82B44184}" srcId="{505FD924-6C76-44AA-B3BD-09004F87EB15}" destId="{B569FFFE-AB96-447D-BE15-3AE15EDDA65E}" srcOrd="0" destOrd="0" parTransId="{3DDF20E2-75A0-4C0E-99BB-C67859A11780}" sibTransId="{B6C5D7B8-1591-49ED-A7EC-27E49B197F4A}"/>
    <dgm:cxn modelId="{F6712081-AA05-43D1-8005-65D76CDFA222}" srcId="{505FD924-6C76-44AA-B3BD-09004F87EB15}" destId="{B65DD2E1-96AD-404C-A90D-A5A9280D5DA1}" srcOrd="1" destOrd="0" parTransId="{CA8B8188-C185-443D-A52A-5266C4268492}" sibTransId="{B95849BC-8AD8-410A-9460-3B949080912F}"/>
    <dgm:cxn modelId="{1FA2EE89-BFB1-41C6-8C8D-3BD73183FCD4}" type="presOf" srcId="{505FD924-6C76-44AA-B3BD-09004F87EB15}" destId="{F5398237-D5E3-4D78-94DE-60C439FF64E5}" srcOrd="0" destOrd="0" presId="urn:microsoft.com/office/officeart/2005/8/layout/vList2"/>
    <dgm:cxn modelId="{E5E8018E-D9A4-422A-AF5A-097237432AA6}" type="presOf" srcId="{D9A47BA9-3BBD-4681-99D5-150C5F65D636}" destId="{197BF38B-AD4C-4782-B1F9-C02BFD3C7017}" srcOrd="0" destOrd="0" presId="urn:microsoft.com/office/officeart/2005/8/layout/vList2"/>
    <dgm:cxn modelId="{103555A6-3B9B-4B7E-BB60-F776B0A9D385}" type="presOf" srcId="{B569FFFE-AB96-447D-BE15-3AE15EDDA65E}" destId="{BCBF32E9-915A-40BC-BCB4-AD1B6A54FC87}" srcOrd="0" destOrd="0" presId="urn:microsoft.com/office/officeart/2005/8/layout/vList2"/>
    <dgm:cxn modelId="{9660C5AA-62DE-46E2-9C55-BD8FAD8258B9}" srcId="{505FD924-6C76-44AA-B3BD-09004F87EB15}" destId="{7E663875-749C-4606-94AA-757A7A69EAE5}" srcOrd="6" destOrd="0" parTransId="{38D70726-07A1-4C55-BC17-78F1FC3F294D}" sibTransId="{F105BA16-AE1A-4461-B6AA-40B23EBB00BA}"/>
    <dgm:cxn modelId="{BC18CFCD-6F04-438A-AB8F-74CAA4C05B6E}" srcId="{505FD924-6C76-44AA-B3BD-09004F87EB15}" destId="{47A9A258-195C-45E9-96CB-2FA5B5F1E161}" srcOrd="8" destOrd="0" parTransId="{21EB9158-3C03-41CE-BC44-EF69DDB2D86B}" sibTransId="{6667DA39-AF73-48D7-B3A7-4A5B4834623F}"/>
    <dgm:cxn modelId="{C1D084D4-139E-4AAE-A407-7A45563287C6}" srcId="{505FD924-6C76-44AA-B3BD-09004F87EB15}" destId="{DF8C2FBA-6E0F-4F81-8541-4B328A4C5CFC}" srcOrd="9" destOrd="0" parTransId="{2B3C46FD-9D32-46B7-AA61-F95E67975A9F}" sibTransId="{42D37782-805C-454B-9FF9-81199818721B}"/>
    <dgm:cxn modelId="{6A1F56E0-45AF-49CD-9741-338E1ABB8ACC}" type="presOf" srcId="{B65DD2E1-96AD-404C-A90D-A5A9280D5DA1}" destId="{3173233C-46D3-4C5C-BB2B-72A0ECBD1340}" srcOrd="0" destOrd="0" presId="urn:microsoft.com/office/officeart/2005/8/layout/vList2"/>
    <dgm:cxn modelId="{DC9F54F3-ED43-4ED1-9A20-2F2B50A168DB}" type="presOf" srcId="{47A9A258-195C-45E9-96CB-2FA5B5F1E161}" destId="{79447505-16AB-4895-8B73-C7946EC2CBA0}" srcOrd="0" destOrd="0" presId="urn:microsoft.com/office/officeart/2005/8/layout/vList2"/>
    <dgm:cxn modelId="{1809FFE5-A3B0-4CDF-BE01-5943546CB9D5}" type="presParOf" srcId="{F5398237-D5E3-4D78-94DE-60C439FF64E5}" destId="{BCBF32E9-915A-40BC-BCB4-AD1B6A54FC87}" srcOrd="0" destOrd="0" presId="urn:microsoft.com/office/officeart/2005/8/layout/vList2"/>
    <dgm:cxn modelId="{AC57BC8D-CDCB-4165-8D86-1488CB0C8923}" type="presParOf" srcId="{F5398237-D5E3-4D78-94DE-60C439FF64E5}" destId="{F1F89256-8937-4CC4-8515-A269A28D7C16}" srcOrd="1" destOrd="0" presId="urn:microsoft.com/office/officeart/2005/8/layout/vList2"/>
    <dgm:cxn modelId="{4955DB1E-2CF4-451A-918A-D2D482DF83D8}" type="presParOf" srcId="{F5398237-D5E3-4D78-94DE-60C439FF64E5}" destId="{3173233C-46D3-4C5C-BB2B-72A0ECBD1340}" srcOrd="2" destOrd="0" presId="urn:microsoft.com/office/officeart/2005/8/layout/vList2"/>
    <dgm:cxn modelId="{4823A9CB-B6E7-4BF2-B662-9A55BC181EC1}" type="presParOf" srcId="{F5398237-D5E3-4D78-94DE-60C439FF64E5}" destId="{7047AA5B-3A03-4E51-A321-D4BC21B0EC97}" srcOrd="3" destOrd="0" presId="urn:microsoft.com/office/officeart/2005/8/layout/vList2"/>
    <dgm:cxn modelId="{42175A40-4338-407F-AF48-34867AE724E2}" type="presParOf" srcId="{F5398237-D5E3-4D78-94DE-60C439FF64E5}" destId="{CDC33183-9167-4A03-A83C-259A5A529A83}" srcOrd="4" destOrd="0" presId="urn:microsoft.com/office/officeart/2005/8/layout/vList2"/>
    <dgm:cxn modelId="{7C0B3062-8B41-446E-BD46-C720789F4719}" type="presParOf" srcId="{F5398237-D5E3-4D78-94DE-60C439FF64E5}" destId="{4E7ABF20-BFA2-49C6-831E-386B71A79896}" srcOrd="5" destOrd="0" presId="urn:microsoft.com/office/officeart/2005/8/layout/vList2"/>
    <dgm:cxn modelId="{A17B200F-2EF3-4DD6-A207-2105D33723B6}" type="presParOf" srcId="{F5398237-D5E3-4D78-94DE-60C439FF64E5}" destId="{859F107B-D7E5-48AA-A070-9C2A49260492}" srcOrd="6" destOrd="0" presId="urn:microsoft.com/office/officeart/2005/8/layout/vList2"/>
    <dgm:cxn modelId="{5076DAFD-EC22-4315-9E9A-C776449649FB}" type="presParOf" srcId="{F5398237-D5E3-4D78-94DE-60C439FF64E5}" destId="{DFC5B61B-2D89-49CF-83DC-CEBC341D7CEF}" srcOrd="7" destOrd="0" presId="urn:microsoft.com/office/officeart/2005/8/layout/vList2"/>
    <dgm:cxn modelId="{F690A655-F0E0-479C-ABC5-36D44F3BE0EE}" type="presParOf" srcId="{F5398237-D5E3-4D78-94DE-60C439FF64E5}" destId="{0FC929A3-4C64-4C54-9DC1-16D89C687F0C}" srcOrd="8" destOrd="0" presId="urn:microsoft.com/office/officeart/2005/8/layout/vList2"/>
    <dgm:cxn modelId="{0D104DF4-4F2E-4FED-BA58-6A5239B1AA96}" type="presParOf" srcId="{F5398237-D5E3-4D78-94DE-60C439FF64E5}" destId="{73A947FC-4A6B-4F00-AB9D-7F153B3BB8AC}" srcOrd="9" destOrd="0" presId="urn:microsoft.com/office/officeart/2005/8/layout/vList2"/>
    <dgm:cxn modelId="{EFD024D8-E41B-4EF5-9AF7-37D2AF2368B6}" type="presParOf" srcId="{F5398237-D5E3-4D78-94DE-60C439FF64E5}" destId="{F17021A2-D00A-419A-942B-CF64662FEA71}" srcOrd="10" destOrd="0" presId="urn:microsoft.com/office/officeart/2005/8/layout/vList2"/>
    <dgm:cxn modelId="{7A581146-638D-41FC-A3A0-B7C0F94E1267}" type="presParOf" srcId="{F5398237-D5E3-4D78-94DE-60C439FF64E5}" destId="{D2797B7D-A0B0-4235-A6DA-3D9A7BBFB6FA}" srcOrd="11" destOrd="0" presId="urn:microsoft.com/office/officeart/2005/8/layout/vList2"/>
    <dgm:cxn modelId="{67C8AC64-5B95-4801-B1C5-642232EDD401}" type="presParOf" srcId="{F5398237-D5E3-4D78-94DE-60C439FF64E5}" destId="{BF4F12AE-5A15-4859-BA65-0FE7638677AA}" srcOrd="12" destOrd="0" presId="urn:microsoft.com/office/officeart/2005/8/layout/vList2"/>
    <dgm:cxn modelId="{07AF144F-1712-4035-8D16-3121095A5D5A}" type="presParOf" srcId="{F5398237-D5E3-4D78-94DE-60C439FF64E5}" destId="{9877ED56-49A2-4858-8B1D-A5FD34A418E7}" srcOrd="13" destOrd="0" presId="urn:microsoft.com/office/officeart/2005/8/layout/vList2"/>
    <dgm:cxn modelId="{80F2D8D8-5363-46E4-81A3-CEC997435B7C}" type="presParOf" srcId="{F5398237-D5E3-4D78-94DE-60C439FF64E5}" destId="{197BF38B-AD4C-4782-B1F9-C02BFD3C7017}" srcOrd="14" destOrd="0" presId="urn:microsoft.com/office/officeart/2005/8/layout/vList2"/>
    <dgm:cxn modelId="{AFA0AAA4-FC6F-49F2-A04F-BF02076594B6}" type="presParOf" srcId="{F5398237-D5E3-4D78-94DE-60C439FF64E5}" destId="{FCB5CD11-06F4-4A5B-B220-FC8E56FB45D2}" srcOrd="15" destOrd="0" presId="urn:microsoft.com/office/officeart/2005/8/layout/vList2"/>
    <dgm:cxn modelId="{DB0DC638-D5B9-429F-B936-E0F589ED0092}" type="presParOf" srcId="{F5398237-D5E3-4D78-94DE-60C439FF64E5}" destId="{79447505-16AB-4895-8B73-C7946EC2CBA0}" srcOrd="16" destOrd="0" presId="urn:microsoft.com/office/officeart/2005/8/layout/vList2"/>
    <dgm:cxn modelId="{11EFEFB9-A152-413F-918D-133A3F1CD60B}" type="presParOf" srcId="{F5398237-D5E3-4D78-94DE-60C439FF64E5}" destId="{AE173A7C-5782-4D48-9046-489A49DA3C5A}" srcOrd="17" destOrd="0" presId="urn:microsoft.com/office/officeart/2005/8/layout/vList2"/>
    <dgm:cxn modelId="{4ED7B04D-8D9B-4806-B8AD-8F7EEFF0546D}" type="presParOf" srcId="{F5398237-D5E3-4D78-94DE-60C439FF64E5}" destId="{4A5711C1-7AD9-4DAA-AFBC-98CDEC730381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5E4657-4DDF-4161-9ECA-B8EE69B5EEE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A7F880A-324E-495E-A00F-CA482DD382B5}">
      <dgm:prSet/>
      <dgm:spPr/>
      <dgm:t>
        <a:bodyPr/>
        <a:lstStyle/>
        <a:p>
          <a:r>
            <a:rPr lang="en-US"/>
            <a:t>Useful for wireless backhaul in cities and rural areas.</a:t>
          </a:r>
        </a:p>
      </dgm:t>
    </dgm:pt>
    <dgm:pt modelId="{AD76F0AC-D460-4128-AE27-3AE99F769302}" type="parTrans" cxnId="{E3167A80-5F23-4035-A3C8-319091C5CFCF}">
      <dgm:prSet/>
      <dgm:spPr/>
      <dgm:t>
        <a:bodyPr/>
        <a:lstStyle/>
        <a:p>
          <a:endParaRPr lang="en-US"/>
        </a:p>
      </dgm:t>
    </dgm:pt>
    <dgm:pt modelId="{15F4DD3A-6A6A-408C-9E5A-4EAB362E4CBD}" type="sibTrans" cxnId="{E3167A80-5F23-4035-A3C8-319091C5CFCF}">
      <dgm:prSet/>
      <dgm:spPr/>
      <dgm:t>
        <a:bodyPr/>
        <a:lstStyle/>
        <a:p>
          <a:endParaRPr lang="en-US"/>
        </a:p>
      </dgm:t>
    </dgm:pt>
    <dgm:pt modelId="{8912EC27-A18A-4597-B066-67AAA4F1AC47}">
      <dgm:prSet/>
      <dgm:spPr/>
      <dgm:t>
        <a:bodyPr/>
        <a:lstStyle/>
        <a:p>
          <a:r>
            <a:rPr lang="en-US"/>
            <a:t>Fast emergency deployment when fiber is unavailable.</a:t>
          </a:r>
        </a:p>
      </dgm:t>
    </dgm:pt>
    <dgm:pt modelId="{2108AB32-EF69-40D2-B2AC-E0F87147C07E}" type="parTrans" cxnId="{E4BCCDC6-8782-4E4F-B56D-EB119C3E5504}">
      <dgm:prSet/>
      <dgm:spPr/>
      <dgm:t>
        <a:bodyPr/>
        <a:lstStyle/>
        <a:p>
          <a:endParaRPr lang="en-US"/>
        </a:p>
      </dgm:t>
    </dgm:pt>
    <dgm:pt modelId="{8C8C22BC-4832-4B5F-BE45-062143998D02}" type="sibTrans" cxnId="{E4BCCDC6-8782-4E4F-B56D-EB119C3E5504}">
      <dgm:prSet/>
      <dgm:spPr/>
      <dgm:t>
        <a:bodyPr/>
        <a:lstStyle/>
        <a:p>
          <a:endParaRPr lang="en-US"/>
        </a:p>
      </dgm:t>
    </dgm:pt>
    <dgm:pt modelId="{42524831-3DFA-45F2-9F70-41BF2A01397C}">
      <dgm:prSet/>
      <dgm:spPr/>
      <dgm:t>
        <a:bodyPr/>
        <a:lstStyle/>
        <a:p>
          <a:r>
            <a:rPr lang="en-US"/>
            <a:t>Can connect mmWave / Wi-Fi access points to core network.</a:t>
          </a:r>
        </a:p>
      </dgm:t>
    </dgm:pt>
    <dgm:pt modelId="{36ADC097-340D-4785-86CA-7409F042033A}" type="parTrans" cxnId="{5EA45723-5FA8-4A9D-B9EF-468A4DCAF89E}">
      <dgm:prSet/>
      <dgm:spPr/>
      <dgm:t>
        <a:bodyPr/>
        <a:lstStyle/>
        <a:p>
          <a:endParaRPr lang="en-US"/>
        </a:p>
      </dgm:t>
    </dgm:pt>
    <dgm:pt modelId="{13CA29C1-9395-49F5-ABC3-3C8D04606B6E}" type="sibTrans" cxnId="{5EA45723-5FA8-4A9D-B9EF-468A4DCAF89E}">
      <dgm:prSet/>
      <dgm:spPr/>
      <dgm:t>
        <a:bodyPr/>
        <a:lstStyle/>
        <a:p>
          <a:endParaRPr lang="en-US"/>
        </a:p>
      </dgm:t>
    </dgm:pt>
    <dgm:pt modelId="{90578024-D101-4E09-A684-3910E03779E6}" type="pres">
      <dgm:prSet presAssocID="{8E5E4657-4DDF-4161-9ECA-B8EE69B5EEE6}" presName="root" presStyleCnt="0">
        <dgm:presLayoutVars>
          <dgm:dir/>
          <dgm:resizeHandles val="exact"/>
        </dgm:presLayoutVars>
      </dgm:prSet>
      <dgm:spPr/>
    </dgm:pt>
    <dgm:pt modelId="{44678CC1-3B8D-4FF8-8AA8-DB0AB079EB83}" type="pres">
      <dgm:prSet presAssocID="{7A7F880A-324E-495E-A00F-CA482DD382B5}" presName="compNode" presStyleCnt="0"/>
      <dgm:spPr/>
    </dgm:pt>
    <dgm:pt modelId="{FFA64FE1-8FA9-4CA7-994C-B0CFEE64B8E3}" type="pres">
      <dgm:prSet presAssocID="{7A7F880A-324E-495E-A00F-CA482DD382B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123B45A7-0A38-41A5-B863-8D18B133D491}" type="pres">
      <dgm:prSet presAssocID="{7A7F880A-324E-495E-A00F-CA482DD382B5}" presName="spaceRect" presStyleCnt="0"/>
      <dgm:spPr/>
    </dgm:pt>
    <dgm:pt modelId="{4023CB4F-086D-4220-92B2-5FCE512E9771}" type="pres">
      <dgm:prSet presAssocID="{7A7F880A-324E-495E-A00F-CA482DD382B5}" presName="textRect" presStyleLbl="revTx" presStyleIdx="0" presStyleCnt="3">
        <dgm:presLayoutVars>
          <dgm:chMax val="1"/>
          <dgm:chPref val="1"/>
        </dgm:presLayoutVars>
      </dgm:prSet>
      <dgm:spPr/>
    </dgm:pt>
    <dgm:pt modelId="{9BC754E6-F4F4-4183-8E1F-A306B3B6043A}" type="pres">
      <dgm:prSet presAssocID="{15F4DD3A-6A6A-408C-9E5A-4EAB362E4CBD}" presName="sibTrans" presStyleCnt="0"/>
      <dgm:spPr/>
    </dgm:pt>
    <dgm:pt modelId="{3D743CA9-87C7-4D07-A819-52885A6BB2F8}" type="pres">
      <dgm:prSet presAssocID="{8912EC27-A18A-4597-B066-67AAA4F1AC47}" presName="compNode" presStyleCnt="0"/>
      <dgm:spPr/>
    </dgm:pt>
    <dgm:pt modelId="{E69B223A-EBC5-4B23-83FD-9D48E203D4D2}" type="pres">
      <dgm:prSet presAssocID="{8912EC27-A18A-4597-B066-67AAA4F1AC4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fe jacket"/>
        </a:ext>
      </dgm:extLst>
    </dgm:pt>
    <dgm:pt modelId="{214E3B18-8520-4CE2-AB13-D4B72A4E794E}" type="pres">
      <dgm:prSet presAssocID="{8912EC27-A18A-4597-B066-67AAA4F1AC47}" presName="spaceRect" presStyleCnt="0"/>
      <dgm:spPr/>
    </dgm:pt>
    <dgm:pt modelId="{75CF2598-C60F-4F2D-AC4F-06AB580881D1}" type="pres">
      <dgm:prSet presAssocID="{8912EC27-A18A-4597-B066-67AAA4F1AC47}" presName="textRect" presStyleLbl="revTx" presStyleIdx="1" presStyleCnt="3">
        <dgm:presLayoutVars>
          <dgm:chMax val="1"/>
          <dgm:chPref val="1"/>
        </dgm:presLayoutVars>
      </dgm:prSet>
      <dgm:spPr/>
    </dgm:pt>
    <dgm:pt modelId="{1D768AB4-C0B6-4EB0-B441-C3E266E0C8C3}" type="pres">
      <dgm:prSet presAssocID="{8C8C22BC-4832-4B5F-BE45-062143998D02}" presName="sibTrans" presStyleCnt="0"/>
      <dgm:spPr/>
    </dgm:pt>
    <dgm:pt modelId="{213A1DDF-7691-4555-A225-34A885B7659F}" type="pres">
      <dgm:prSet presAssocID="{42524831-3DFA-45F2-9F70-41BF2A01397C}" presName="compNode" presStyleCnt="0"/>
      <dgm:spPr/>
    </dgm:pt>
    <dgm:pt modelId="{2D81290A-2F0E-4C74-88CE-431CD20C3E9D}" type="pres">
      <dgm:prSet presAssocID="{42524831-3DFA-45F2-9F70-41BF2A01397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9512618A-F219-4C05-8E5E-DF88BDD5B0B9}" type="pres">
      <dgm:prSet presAssocID="{42524831-3DFA-45F2-9F70-41BF2A01397C}" presName="spaceRect" presStyleCnt="0"/>
      <dgm:spPr/>
    </dgm:pt>
    <dgm:pt modelId="{60315510-6846-4690-BDE9-265AC5EAD5F7}" type="pres">
      <dgm:prSet presAssocID="{42524831-3DFA-45F2-9F70-41BF2A01397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EA45723-5FA8-4A9D-B9EF-468A4DCAF89E}" srcId="{8E5E4657-4DDF-4161-9ECA-B8EE69B5EEE6}" destId="{42524831-3DFA-45F2-9F70-41BF2A01397C}" srcOrd="2" destOrd="0" parTransId="{36ADC097-340D-4785-86CA-7409F042033A}" sibTransId="{13CA29C1-9395-49F5-ABC3-3C8D04606B6E}"/>
    <dgm:cxn modelId="{4162262F-C42C-4897-85AD-6E06F187EBC9}" type="presOf" srcId="{42524831-3DFA-45F2-9F70-41BF2A01397C}" destId="{60315510-6846-4690-BDE9-265AC5EAD5F7}" srcOrd="0" destOrd="0" presId="urn:microsoft.com/office/officeart/2018/2/layout/IconLabelList"/>
    <dgm:cxn modelId="{FA17F65F-2CBC-4FD5-87C4-05290D2C346B}" type="presOf" srcId="{7A7F880A-324E-495E-A00F-CA482DD382B5}" destId="{4023CB4F-086D-4220-92B2-5FCE512E9771}" srcOrd="0" destOrd="0" presId="urn:microsoft.com/office/officeart/2018/2/layout/IconLabelList"/>
    <dgm:cxn modelId="{E3167A80-5F23-4035-A3C8-319091C5CFCF}" srcId="{8E5E4657-4DDF-4161-9ECA-B8EE69B5EEE6}" destId="{7A7F880A-324E-495E-A00F-CA482DD382B5}" srcOrd="0" destOrd="0" parTransId="{AD76F0AC-D460-4128-AE27-3AE99F769302}" sibTransId="{15F4DD3A-6A6A-408C-9E5A-4EAB362E4CBD}"/>
    <dgm:cxn modelId="{B5BE8FA8-E1A8-4EBC-95A9-CB12B75AB34E}" type="presOf" srcId="{8912EC27-A18A-4597-B066-67AAA4F1AC47}" destId="{75CF2598-C60F-4F2D-AC4F-06AB580881D1}" srcOrd="0" destOrd="0" presId="urn:microsoft.com/office/officeart/2018/2/layout/IconLabelList"/>
    <dgm:cxn modelId="{0A9FEFAE-D32B-4D8C-9E1D-2A6FB6C58F18}" type="presOf" srcId="{8E5E4657-4DDF-4161-9ECA-B8EE69B5EEE6}" destId="{90578024-D101-4E09-A684-3910E03779E6}" srcOrd="0" destOrd="0" presId="urn:microsoft.com/office/officeart/2018/2/layout/IconLabelList"/>
    <dgm:cxn modelId="{E4BCCDC6-8782-4E4F-B56D-EB119C3E5504}" srcId="{8E5E4657-4DDF-4161-9ECA-B8EE69B5EEE6}" destId="{8912EC27-A18A-4597-B066-67AAA4F1AC47}" srcOrd="1" destOrd="0" parTransId="{2108AB32-EF69-40D2-B2AC-E0F87147C07E}" sibTransId="{8C8C22BC-4832-4B5F-BE45-062143998D02}"/>
    <dgm:cxn modelId="{2CA6DA94-2295-496D-A4D4-7F602FE43338}" type="presParOf" srcId="{90578024-D101-4E09-A684-3910E03779E6}" destId="{44678CC1-3B8D-4FF8-8AA8-DB0AB079EB83}" srcOrd="0" destOrd="0" presId="urn:microsoft.com/office/officeart/2018/2/layout/IconLabelList"/>
    <dgm:cxn modelId="{D8624720-5C1C-4E1B-9692-32C5559B1DD9}" type="presParOf" srcId="{44678CC1-3B8D-4FF8-8AA8-DB0AB079EB83}" destId="{FFA64FE1-8FA9-4CA7-994C-B0CFEE64B8E3}" srcOrd="0" destOrd="0" presId="urn:microsoft.com/office/officeart/2018/2/layout/IconLabelList"/>
    <dgm:cxn modelId="{5C7D3633-7796-44D6-9EE9-B34CB940997F}" type="presParOf" srcId="{44678CC1-3B8D-4FF8-8AA8-DB0AB079EB83}" destId="{123B45A7-0A38-41A5-B863-8D18B133D491}" srcOrd="1" destOrd="0" presId="urn:microsoft.com/office/officeart/2018/2/layout/IconLabelList"/>
    <dgm:cxn modelId="{8C4C7C85-D8D7-4816-9AF9-8E7B07E9BCA5}" type="presParOf" srcId="{44678CC1-3B8D-4FF8-8AA8-DB0AB079EB83}" destId="{4023CB4F-086D-4220-92B2-5FCE512E9771}" srcOrd="2" destOrd="0" presId="urn:microsoft.com/office/officeart/2018/2/layout/IconLabelList"/>
    <dgm:cxn modelId="{84F1CAD5-0B65-4BEF-A0E0-D800BD3CA27D}" type="presParOf" srcId="{90578024-D101-4E09-A684-3910E03779E6}" destId="{9BC754E6-F4F4-4183-8E1F-A306B3B6043A}" srcOrd="1" destOrd="0" presId="urn:microsoft.com/office/officeart/2018/2/layout/IconLabelList"/>
    <dgm:cxn modelId="{93DB6C4D-B731-4666-B2EA-790731BC236A}" type="presParOf" srcId="{90578024-D101-4E09-A684-3910E03779E6}" destId="{3D743CA9-87C7-4D07-A819-52885A6BB2F8}" srcOrd="2" destOrd="0" presId="urn:microsoft.com/office/officeart/2018/2/layout/IconLabelList"/>
    <dgm:cxn modelId="{48A756F2-9F53-4B5B-AAEF-62F8AC86E87A}" type="presParOf" srcId="{3D743CA9-87C7-4D07-A819-52885A6BB2F8}" destId="{E69B223A-EBC5-4B23-83FD-9D48E203D4D2}" srcOrd="0" destOrd="0" presId="urn:microsoft.com/office/officeart/2018/2/layout/IconLabelList"/>
    <dgm:cxn modelId="{8A667866-60F6-4FFF-9F38-305F7A975798}" type="presParOf" srcId="{3D743CA9-87C7-4D07-A819-52885A6BB2F8}" destId="{214E3B18-8520-4CE2-AB13-D4B72A4E794E}" srcOrd="1" destOrd="0" presId="urn:microsoft.com/office/officeart/2018/2/layout/IconLabelList"/>
    <dgm:cxn modelId="{A6A65CB7-E317-46BB-86AF-B5A3198164F7}" type="presParOf" srcId="{3D743CA9-87C7-4D07-A819-52885A6BB2F8}" destId="{75CF2598-C60F-4F2D-AC4F-06AB580881D1}" srcOrd="2" destOrd="0" presId="urn:microsoft.com/office/officeart/2018/2/layout/IconLabelList"/>
    <dgm:cxn modelId="{EC89EBF9-2B89-4D01-82E1-CE6AB88A159D}" type="presParOf" srcId="{90578024-D101-4E09-A684-3910E03779E6}" destId="{1D768AB4-C0B6-4EB0-B441-C3E266E0C8C3}" srcOrd="3" destOrd="0" presId="urn:microsoft.com/office/officeart/2018/2/layout/IconLabelList"/>
    <dgm:cxn modelId="{45E5D4BD-C7BA-4072-AB53-D9E800BA9F5F}" type="presParOf" srcId="{90578024-D101-4E09-A684-3910E03779E6}" destId="{213A1DDF-7691-4555-A225-34A885B7659F}" srcOrd="4" destOrd="0" presId="urn:microsoft.com/office/officeart/2018/2/layout/IconLabelList"/>
    <dgm:cxn modelId="{1F66D720-8E3C-459A-8B09-7F03B8508979}" type="presParOf" srcId="{213A1DDF-7691-4555-A225-34A885B7659F}" destId="{2D81290A-2F0E-4C74-88CE-431CD20C3E9D}" srcOrd="0" destOrd="0" presId="urn:microsoft.com/office/officeart/2018/2/layout/IconLabelList"/>
    <dgm:cxn modelId="{B81DC1A4-F8B8-47B9-A566-616E22B62980}" type="presParOf" srcId="{213A1DDF-7691-4555-A225-34A885B7659F}" destId="{9512618A-F219-4C05-8E5E-DF88BDD5B0B9}" srcOrd="1" destOrd="0" presId="urn:microsoft.com/office/officeart/2018/2/layout/IconLabelList"/>
    <dgm:cxn modelId="{F47086F6-F32B-4F67-9488-C41DE80AEF6E}" type="presParOf" srcId="{213A1DDF-7691-4555-A225-34A885B7659F}" destId="{60315510-6846-4690-BDE9-265AC5EAD5F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0E1616-27AB-410F-9174-EF03CF1244E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A651A1D-164C-432E-8AC5-C00190DB97BA}">
      <dgm:prSet/>
      <dgm:spPr/>
      <dgm:t>
        <a:bodyPr/>
        <a:lstStyle/>
        <a:p>
          <a:r>
            <a:rPr lang="en-GB"/>
            <a:t>High capacity without laying fiber.</a:t>
          </a:r>
          <a:endParaRPr lang="en-US"/>
        </a:p>
      </dgm:t>
    </dgm:pt>
    <dgm:pt modelId="{03EEF169-B3B9-4502-8B6A-CAA14C3BFCB6}" type="parTrans" cxnId="{A5A4A195-2699-4C73-B0C8-9A23ACE3F27B}">
      <dgm:prSet/>
      <dgm:spPr/>
      <dgm:t>
        <a:bodyPr/>
        <a:lstStyle/>
        <a:p>
          <a:endParaRPr lang="en-US"/>
        </a:p>
      </dgm:t>
    </dgm:pt>
    <dgm:pt modelId="{9D8AD1B6-7500-424F-8D8F-E2BEECEA5F1F}" type="sibTrans" cxnId="{A5A4A195-2699-4C73-B0C8-9A23ACE3F27B}">
      <dgm:prSet/>
      <dgm:spPr/>
      <dgm:t>
        <a:bodyPr/>
        <a:lstStyle/>
        <a:p>
          <a:endParaRPr lang="en-US"/>
        </a:p>
      </dgm:t>
    </dgm:pt>
    <dgm:pt modelId="{FB1913B2-99C0-4F8A-A95A-F7B20FC3C609}">
      <dgm:prSet/>
      <dgm:spPr/>
      <dgm:t>
        <a:bodyPr/>
        <a:lstStyle/>
        <a:p>
          <a:r>
            <a:rPr lang="en-GB"/>
            <a:t>Rapid deployment.</a:t>
          </a:r>
          <a:endParaRPr lang="en-US"/>
        </a:p>
      </dgm:t>
    </dgm:pt>
    <dgm:pt modelId="{16CA6133-700A-4560-810D-F70A1DC634DB}" type="parTrans" cxnId="{AE765378-7846-4517-9629-37CFB262B098}">
      <dgm:prSet/>
      <dgm:spPr/>
      <dgm:t>
        <a:bodyPr/>
        <a:lstStyle/>
        <a:p>
          <a:endParaRPr lang="en-US"/>
        </a:p>
      </dgm:t>
    </dgm:pt>
    <dgm:pt modelId="{9A662D36-6AFC-4991-AC43-4EF6A5B12B01}" type="sibTrans" cxnId="{AE765378-7846-4517-9629-37CFB262B098}">
      <dgm:prSet/>
      <dgm:spPr/>
      <dgm:t>
        <a:bodyPr/>
        <a:lstStyle/>
        <a:p>
          <a:endParaRPr lang="en-US"/>
        </a:p>
      </dgm:t>
    </dgm:pt>
    <dgm:pt modelId="{BBAA26E8-D933-4814-B4CB-5BBB7A411842}">
      <dgm:prSet/>
      <dgm:spPr/>
      <dgm:t>
        <a:bodyPr/>
        <a:lstStyle/>
        <a:p>
          <a:r>
            <a:rPr lang="en-GB"/>
            <a:t>Scalable for future dense networks.</a:t>
          </a:r>
          <a:endParaRPr lang="en-US"/>
        </a:p>
      </dgm:t>
    </dgm:pt>
    <dgm:pt modelId="{25B51F75-B542-489C-A7B7-9AD29C875ABE}" type="parTrans" cxnId="{4702F64D-A20B-4E71-86E6-3A754443A613}">
      <dgm:prSet/>
      <dgm:spPr/>
      <dgm:t>
        <a:bodyPr/>
        <a:lstStyle/>
        <a:p>
          <a:endParaRPr lang="en-US"/>
        </a:p>
      </dgm:t>
    </dgm:pt>
    <dgm:pt modelId="{4FFB70BB-127F-44B5-86BF-535AB61C85C1}" type="sibTrans" cxnId="{4702F64D-A20B-4E71-86E6-3A754443A613}">
      <dgm:prSet/>
      <dgm:spPr/>
      <dgm:t>
        <a:bodyPr/>
        <a:lstStyle/>
        <a:p>
          <a:endParaRPr lang="en-US"/>
        </a:p>
      </dgm:t>
    </dgm:pt>
    <dgm:pt modelId="{F5CBFED3-67B4-43D7-9C77-29C985ADA0C3}">
      <dgm:prSet/>
      <dgm:spPr/>
      <dgm:t>
        <a:bodyPr/>
        <a:lstStyle/>
        <a:p>
          <a:r>
            <a:rPr lang="en-GB"/>
            <a:t>Potential lower infrastructure cost.</a:t>
          </a:r>
          <a:endParaRPr lang="en-US"/>
        </a:p>
      </dgm:t>
    </dgm:pt>
    <dgm:pt modelId="{F696F921-182F-441B-8915-303268158C68}" type="parTrans" cxnId="{1142EBEC-AFB9-4387-BEF4-8747B2C7C4FC}">
      <dgm:prSet/>
      <dgm:spPr/>
      <dgm:t>
        <a:bodyPr/>
        <a:lstStyle/>
        <a:p>
          <a:endParaRPr lang="en-US"/>
        </a:p>
      </dgm:t>
    </dgm:pt>
    <dgm:pt modelId="{EE953766-219A-4078-BFF8-1D3133CC88CF}" type="sibTrans" cxnId="{1142EBEC-AFB9-4387-BEF4-8747B2C7C4FC}">
      <dgm:prSet/>
      <dgm:spPr/>
      <dgm:t>
        <a:bodyPr/>
        <a:lstStyle/>
        <a:p>
          <a:endParaRPr lang="en-US"/>
        </a:p>
      </dgm:t>
    </dgm:pt>
    <dgm:pt modelId="{EAC342FD-1619-49D9-B277-50A7662EDC22}" type="pres">
      <dgm:prSet presAssocID="{270E1616-27AB-410F-9174-EF03CF1244EC}" presName="root" presStyleCnt="0">
        <dgm:presLayoutVars>
          <dgm:dir/>
          <dgm:resizeHandles val="exact"/>
        </dgm:presLayoutVars>
      </dgm:prSet>
      <dgm:spPr/>
    </dgm:pt>
    <dgm:pt modelId="{5A30C9D8-CA8E-4277-A69E-12306CD094E1}" type="pres">
      <dgm:prSet presAssocID="{0A651A1D-164C-432E-8AC5-C00190DB97BA}" presName="compNode" presStyleCnt="0"/>
      <dgm:spPr/>
    </dgm:pt>
    <dgm:pt modelId="{20A65854-AE1A-413E-95BB-0B311A5C8CB1}" type="pres">
      <dgm:prSet presAssocID="{0A651A1D-164C-432E-8AC5-C00190DB97B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lo"/>
        </a:ext>
      </dgm:extLst>
    </dgm:pt>
    <dgm:pt modelId="{65ACB7E2-B22B-46E3-A552-E3B7D2FB57C7}" type="pres">
      <dgm:prSet presAssocID="{0A651A1D-164C-432E-8AC5-C00190DB97BA}" presName="spaceRect" presStyleCnt="0"/>
      <dgm:spPr/>
    </dgm:pt>
    <dgm:pt modelId="{60680AD3-378F-407D-BCA3-C1537528AD03}" type="pres">
      <dgm:prSet presAssocID="{0A651A1D-164C-432E-8AC5-C00190DB97BA}" presName="textRect" presStyleLbl="revTx" presStyleIdx="0" presStyleCnt="4">
        <dgm:presLayoutVars>
          <dgm:chMax val="1"/>
          <dgm:chPref val="1"/>
        </dgm:presLayoutVars>
      </dgm:prSet>
      <dgm:spPr/>
    </dgm:pt>
    <dgm:pt modelId="{328671E6-D33A-426C-8327-43609CB16F4B}" type="pres">
      <dgm:prSet presAssocID="{9D8AD1B6-7500-424F-8D8F-E2BEECEA5F1F}" presName="sibTrans" presStyleCnt="0"/>
      <dgm:spPr/>
    </dgm:pt>
    <dgm:pt modelId="{67459A70-F5C7-41A6-B38B-9A66CE151E06}" type="pres">
      <dgm:prSet presAssocID="{FB1913B2-99C0-4F8A-A95A-F7B20FC3C609}" presName="compNode" presStyleCnt="0"/>
      <dgm:spPr/>
    </dgm:pt>
    <dgm:pt modelId="{4C656900-3D84-4EEB-819E-3684318CAF67}" type="pres">
      <dgm:prSet presAssocID="{FB1913B2-99C0-4F8A-A95A-F7B20FC3C60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1103AB9-B7AD-43E5-853A-05D5303CE746}" type="pres">
      <dgm:prSet presAssocID="{FB1913B2-99C0-4F8A-A95A-F7B20FC3C609}" presName="spaceRect" presStyleCnt="0"/>
      <dgm:spPr/>
    </dgm:pt>
    <dgm:pt modelId="{F0C0098C-DD77-4C52-8838-DAE71D76F66C}" type="pres">
      <dgm:prSet presAssocID="{FB1913B2-99C0-4F8A-A95A-F7B20FC3C609}" presName="textRect" presStyleLbl="revTx" presStyleIdx="1" presStyleCnt="4">
        <dgm:presLayoutVars>
          <dgm:chMax val="1"/>
          <dgm:chPref val="1"/>
        </dgm:presLayoutVars>
      </dgm:prSet>
      <dgm:spPr/>
    </dgm:pt>
    <dgm:pt modelId="{AC63ED37-4DF6-40F3-B393-B4E127B8248F}" type="pres">
      <dgm:prSet presAssocID="{9A662D36-6AFC-4991-AC43-4EF6A5B12B01}" presName="sibTrans" presStyleCnt="0"/>
      <dgm:spPr/>
    </dgm:pt>
    <dgm:pt modelId="{8682F2DD-08F2-41FF-9661-68133CE1E6EC}" type="pres">
      <dgm:prSet presAssocID="{BBAA26E8-D933-4814-B4CB-5BBB7A411842}" presName="compNode" presStyleCnt="0"/>
      <dgm:spPr/>
    </dgm:pt>
    <dgm:pt modelId="{825F3F72-D95F-4A17-B97D-F402A1263C6B}" type="pres">
      <dgm:prSet presAssocID="{BBAA26E8-D933-4814-B4CB-5BBB7A41184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0B99BE4D-9CB2-42A4-BEC4-CB47290396D4}" type="pres">
      <dgm:prSet presAssocID="{BBAA26E8-D933-4814-B4CB-5BBB7A411842}" presName="spaceRect" presStyleCnt="0"/>
      <dgm:spPr/>
    </dgm:pt>
    <dgm:pt modelId="{122D6E83-127A-4563-A9FB-76ADB8916A02}" type="pres">
      <dgm:prSet presAssocID="{BBAA26E8-D933-4814-B4CB-5BBB7A411842}" presName="textRect" presStyleLbl="revTx" presStyleIdx="2" presStyleCnt="4">
        <dgm:presLayoutVars>
          <dgm:chMax val="1"/>
          <dgm:chPref val="1"/>
        </dgm:presLayoutVars>
      </dgm:prSet>
      <dgm:spPr/>
    </dgm:pt>
    <dgm:pt modelId="{B788B2C5-AB7E-4B9C-BAB9-15D7F2C05FBB}" type="pres">
      <dgm:prSet presAssocID="{4FFB70BB-127F-44B5-86BF-535AB61C85C1}" presName="sibTrans" presStyleCnt="0"/>
      <dgm:spPr/>
    </dgm:pt>
    <dgm:pt modelId="{F9AFF087-4C36-48A2-BAE7-5CCD65DEC1BF}" type="pres">
      <dgm:prSet presAssocID="{F5CBFED3-67B4-43D7-9C77-29C985ADA0C3}" presName="compNode" presStyleCnt="0"/>
      <dgm:spPr/>
    </dgm:pt>
    <dgm:pt modelId="{E9B8D2A5-288C-4523-9E83-D008CC1C0B1E}" type="pres">
      <dgm:prSet presAssocID="{F5CBFED3-67B4-43D7-9C77-29C985ADA0C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D4B4BB7-EA27-4762-A0F6-A64A557611FC}" type="pres">
      <dgm:prSet presAssocID="{F5CBFED3-67B4-43D7-9C77-29C985ADA0C3}" presName="spaceRect" presStyleCnt="0"/>
      <dgm:spPr/>
    </dgm:pt>
    <dgm:pt modelId="{BB10DAC5-FAD3-49DA-B5CB-DB009FBE210A}" type="pres">
      <dgm:prSet presAssocID="{F5CBFED3-67B4-43D7-9C77-29C985ADA0C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75B7013-622A-400A-B7BB-F2CE542A10D4}" type="presOf" srcId="{0A651A1D-164C-432E-8AC5-C00190DB97BA}" destId="{60680AD3-378F-407D-BCA3-C1537528AD03}" srcOrd="0" destOrd="0" presId="urn:microsoft.com/office/officeart/2018/2/layout/IconLabelList"/>
    <dgm:cxn modelId="{85FF351E-8B0F-4C49-933F-FC67B6DB64A8}" type="presOf" srcId="{F5CBFED3-67B4-43D7-9C77-29C985ADA0C3}" destId="{BB10DAC5-FAD3-49DA-B5CB-DB009FBE210A}" srcOrd="0" destOrd="0" presId="urn:microsoft.com/office/officeart/2018/2/layout/IconLabelList"/>
    <dgm:cxn modelId="{41742D66-476D-4141-A345-01BFD6AA9BA4}" type="presOf" srcId="{FB1913B2-99C0-4F8A-A95A-F7B20FC3C609}" destId="{F0C0098C-DD77-4C52-8838-DAE71D76F66C}" srcOrd="0" destOrd="0" presId="urn:microsoft.com/office/officeart/2018/2/layout/IconLabelList"/>
    <dgm:cxn modelId="{6BC45E6A-A490-473F-B25D-A0CA252E3AC3}" type="presOf" srcId="{BBAA26E8-D933-4814-B4CB-5BBB7A411842}" destId="{122D6E83-127A-4563-A9FB-76ADB8916A02}" srcOrd="0" destOrd="0" presId="urn:microsoft.com/office/officeart/2018/2/layout/IconLabelList"/>
    <dgm:cxn modelId="{4702F64D-A20B-4E71-86E6-3A754443A613}" srcId="{270E1616-27AB-410F-9174-EF03CF1244EC}" destId="{BBAA26E8-D933-4814-B4CB-5BBB7A411842}" srcOrd="2" destOrd="0" parTransId="{25B51F75-B542-489C-A7B7-9AD29C875ABE}" sibTransId="{4FFB70BB-127F-44B5-86BF-535AB61C85C1}"/>
    <dgm:cxn modelId="{AE765378-7846-4517-9629-37CFB262B098}" srcId="{270E1616-27AB-410F-9174-EF03CF1244EC}" destId="{FB1913B2-99C0-4F8A-A95A-F7B20FC3C609}" srcOrd="1" destOrd="0" parTransId="{16CA6133-700A-4560-810D-F70A1DC634DB}" sibTransId="{9A662D36-6AFC-4991-AC43-4EF6A5B12B01}"/>
    <dgm:cxn modelId="{A159AA88-7154-4707-9792-6669CCCE8887}" type="presOf" srcId="{270E1616-27AB-410F-9174-EF03CF1244EC}" destId="{EAC342FD-1619-49D9-B277-50A7662EDC22}" srcOrd="0" destOrd="0" presId="urn:microsoft.com/office/officeart/2018/2/layout/IconLabelList"/>
    <dgm:cxn modelId="{A5A4A195-2699-4C73-B0C8-9A23ACE3F27B}" srcId="{270E1616-27AB-410F-9174-EF03CF1244EC}" destId="{0A651A1D-164C-432E-8AC5-C00190DB97BA}" srcOrd="0" destOrd="0" parTransId="{03EEF169-B3B9-4502-8B6A-CAA14C3BFCB6}" sibTransId="{9D8AD1B6-7500-424F-8D8F-E2BEECEA5F1F}"/>
    <dgm:cxn modelId="{1142EBEC-AFB9-4387-BEF4-8747B2C7C4FC}" srcId="{270E1616-27AB-410F-9174-EF03CF1244EC}" destId="{F5CBFED3-67B4-43D7-9C77-29C985ADA0C3}" srcOrd="3" destOrd="0" parTransId="{F696F921-182F-441B-8915-303268158C68}" sibTransId="{EE953766-219A-4078-BFF8-1D3133CC88CF}"/>
    <dgm:cxn modelId="{F4B1E887-9511-47D3-8342-23DD5950526F}" type="presParOf" srcId="{EAC342FD-1619-49D9-B277-50A7662EDC22}" destId="{5A30C9D8-CA8E-4277-A69E-12306CD094E1}" srcOrd="0" destOrd="0" presId="urn:microsoft.com/office/officeart/2018/2/layout/IconLabelList"/>
    <dgm:cxn modelId="{F97E02C6-70C6-483B-A5AF-AD6401F3FEFF}" type="presParOf" srcId="{5A30C9D8-CA8E-4277-A69E-12306CD094E1}" destId="{20A65854-AE1A-413E-95BB-0B311A5C8CB1}" srcOrd="0" destOrd="0" presId="urn:microsoft.com/office/officeart/2018/2/layout/IconLabelList"/>
    <dgm:cxn modelId="{349CC984-66E2-4E03-B62C-9230271EE8B0}" type="presParOf" srcId="{5A30C9D8-CA8E-4277-A69E-12306CD094E1}" destId="{65ACB7E2-B22B-46E3-A552-E3B7D2FB57C7}" srcOrd="1" destOrd="0" presId="urn:microsoft.com/office/officeart/2018/2/layout/IconLabelList"/>
    <dgm:cxn modelId="{86A28241-46B2-4EFB-9530-9CC6CEA5B9B7}" type="presParOf" srcId="{5A30C9D8-CA8E-4277-A69E-12306CD094E1}" destId="{60680AD3-378F-407D-BCA3-C1537528AD03}" srcOrd="2" destOrd="0" presId="urn:microsoft.com/office/officeart/2018/2/layout/IconLabelList"/>
    <dgm:cxn modelId="{88953F1A-F2B4-43A9-921A-6A7670407D26}" type="presParOf" srcId="{EAC342FD-1619-49D9-B277-50A7662EDC22}" destId="{328671E6-D33A-426C-8327-43609CB16F4B}" srcOrd="1" destOrd="0" presId="urn:microsoft.com/office/officeart/2018/2/layout/IconLabelList"/>
    <dgm:cxn modelId="{7FAF90FF-DA43-4A8D-82B2-081E55752C53}" type="presParOf" srcId="{EAC342FD-1619-49D9-B277-50A7662EDC22}" destId="{67459A70-F5C7-41A6-B38B-9A66CE151E06}" srcOrd="2" destOrd="0" presId="urn:microsoft.com/office/officeart/2018/2/layout/IconLabelList"/>
    <dgm:cxn modelId="{FAE5684E-4C21-41F9-A365-3F2BDEBCD09C}" type="presParOf" srcId="{67459A70-F5C7-41A6-B38B-9A66CE151E06}" destId="{4C656900-3D84-4EEB-819E-3684318CAF67}" srcOrd="0" destOrd="0" presId="urn:microsoft.com/office/officeart/2018/2/layout/IconLabelList"/>
    <dgm:cxn modelId="{5638A86C-C905-421C-AF54-B6B9412D702C}" type="presParOf" srcId="{67459A70-F5C7-41A6-B38B-9A66CE151E06}" destId="{51103AB9-B7AD-43E5-853A-05D5303CE746}" srcOrd="1" destOrd="0" presId="urn:microsoft.com/office/officeart/2018/2/layout/IconLabelList"/>
    <dgm:cxn modelId="{48B91F9B-9159-4AB8-89C5-5992BC1A053C}" type="presParOf" srcId="{67459A70-F5C7-41A6-B38B-9A66CE151E06}" destId="{F0C0098C-DD77-4C52-8838-DAE71D76F66C}" srcOrd="2" destOrd="0" presId="urn:microsoft.com/office/officeart/2018/2/layout/IconLabelList"/>
    <dgm:cxn modelId="{05CC8B89-0D80-40C9-86F2-5AE5657E2086}" type="presParOf" srcId="{EAC342FD-1619-49D9-B277-50A7662EDC22}" destId="{AC63ED37-4DF6-40F3-B393-B4E127B8248F}" srcOrd="3" destOrd="0" presId="urn:microsoft.com/office/officeart/2018/2/layout/IconLabelList"/>
    <dgm:cxn modelId="{117F6829-BB14-495E-9198-F4F253144946}" type="presParOf" srcId="{EAC342FD-1619-49D9-B277-50A7662EDC22}" destId="{8682F2DD-08F2-41FF-9661-68133CE1E6EC}" srcOrd="4" destOrd="0" presId="urn:microsoft.com/office/officeart/2018/2/layout/IconLabelList"/>
    <dgm:cxn modelId="{28531519-985D-4366-B9A8-F71DF1EA3B53}" type="presParOf" srcId="{8682F2DD-08F2-41FF-9661-68133CE1E6EC}" destId="{825F3F72-D95F-4A17-B97D-F402A1263C6B}" srcOrd="0" destOrd="0" presId="urn:microsoft.com/office/officeart/2018/2/layout/IconLabelList"/>
    <dgm:cxn modelId="{0C130181-44D4-418F-8749-2A044C5DA54B}" type="presParOf" srcId="{8682F2DD-08F2-41FF-9661-68133CE1E6EC}" destId="{0B99BE4D-9CB2-42A4-BEC4-CB47290396D4}" srcOrd="1" destOrd="0" presId="urn:microsoft.com/office/officeart/2018/2/layout/IconLabelList"/>
    <dgm:cxn modelId="{8677837E-2C34-4B59-B6D6-17FC4830CB83}" type="presParOf" srcId="{8682F2DD-08F2-41FF-9661-68133CE1E6EC}" destId="{122D6E83-127A-4563-A9FB-76ADB8916A02}" srcOrd="2" destOrd="0" presId="urn:microsoft.com/office/officeart/2018/2/layout/IconLabelList"/>
    <dgm:cxn modelId="{D8A037AC-B596-4D10-B53D-31358D670935}" type="presParOf" srcId="{EAC342FD-1619-49D9-B277-50A7662EDC22}" destId="{B788B2C5-AB7E-4B9C-BAB9-15D7F2C05FBB}" srcOrd="5" destOrd="0" presId="urn:microsoft.com/office/officeart/2018/2/layout/IconLabelList"/>
    <dgm:cxn modelId="{0EF56055-AFDF-4825-9C70-92E7398DFCFB}" type="presParOf" srcId="{EAC342FD-1619-49D9-B277-50A7662EDC22}" destId="{F9AFF087-4C36-48A2-BAE7-5CCD65DEC1BF}" srcOrd="6" destOrd="0" presId="urn:microsoft.com/office/officeart/2018/2/layout/IconLabelList"/>
    <dgm:cxn modelId="{8E126493-0D60-4127-B825-E004127E58FA}" type="presParOf" srcId="{F9AFF087-4C36-48A2-BAE7-5CCD65DEC1BF}" destId="{E9B8D2A5-288C-4523-9E83-D008CC1C0B1E}" srcOrd="0" destOrd="0" presId="urn:microsoft.com/office/officeart/2018/2/layout/IconLabelList"/>
    <dgm:cxn modelId="{F55BDBDC-4337-4945-9E09-95E92390A552}" type="presParOf" srcId="{F9AFF087-4C36-48A2-BAE7-5CCD65DEC1BF}" destId="{ED4B4BB7-EA27-4762-A0F6-A64A557611FC}" srcOrd="1" destOrd="0" presId="urn:microsoft.com/office/officeart/2018/2/layout/IconLabelList"/>
    <dgm:cxn modelId="{C41E055A-EC28-43B3-8766-2479EC2E8314}" type="presParOf" srcId="{F9AFF087-4C36-48A2-BAE7-5CCD65DEC1BF}" destId="{BB10DAC5-FAD3-49DA-B5CB-DB009FBE210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BF32E9-915A-40BC-BCB4-AD1B6A54FC87}">
      <dsp:nvSpPr>
        <dsp:cNvPr id="0" name=""/>
        <dsp:cNvSpPr/>
      </dsp:nvSpPr>
      <dsp:spPr>
        <a:xfrm>
          <a:off x="0" y="20550"/>
          <a:ext cx="6628804" cy="4446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Background</a:t>
          </a:r>
        </a:p>
      </dsp:txBody>
      <dsp:txXfrm>
        <a:off x="21704" y="42254"/>
        <a:ext cx="6585396" cy="401192"/>
      </dsp:txXfrm>
    </dsp:sp>
    <dsp:sp modelId="{3173233C-46D3-4C5C-BB2B-72A0ECBD1340}">
      <dsp:nvSpPr>
        <dsp:cNvPr id="0" name=""/>
        <dsp:cNvSpPr/>
      </dsp:nvSpPr>
      <dsp:spPr>
        <a:xfrm>
          <a:off x="0" y="519870"/>
          <a:ext cx="6628804" cy="444600"/>
        </a:xfrm>
        <a:prstGeom prst="roundRect">
          <a:avLst/>
        </a:prstGeom>
        <a:gradFill rotWithShape="0">
          <a:gsLst>
            <a:gs pos="0">
              <a:schemeClr val="accent2">
                <a:hueOff val="-329365"/>
                <a:satOff val="1578"/>
                <a:lumOff val="1460"/>
                <a:alphaOff val="0"/>
                <a:tint val="96000"/>
                <a:lumMod val="100000"/>
              </a:schemeClr>
            </a:gs>
            <a:gs pos="78000">
              <a:schemeClr val="accent2">
                <a:hueOff val="-329365"/>
                <a:satOff val="1578"/>
                <a:lumOff val="146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Limitations</a:t>
          </a:r>
        </a:p>
      </dsp:txBody>
      <dsp:txXfrm>
        <a:off x="21704" y="541574"/>
        <a:ext cx="6585396" cy="401192"/>
      </dsp:txXfrm>
    </dsp:sp>
    <dsp:sp modelId="{CDC33183-9167-4A03-A83C-259A5A529A83}">
      <dsp:nvSpPr>
        <dsp:cNvPr id="0" name=""/>
        <dsp:cNvSpPr/>
      </dsp:nvSpPr>
      <dsp:spPr>
        <a:xfrm>
          <a:off x="0" y="1019190"/>
          <a:ext cx="6628804" cy="444600"/>
        </a:xfrm>
        <a:prstGeom prst="roundRect">
          <a:avLst/>
        </a:prstGeom>
        <a:gradFill rotWithShape="0">
          <a:gsLst>
            <a:gs pos="0">
              <a:schemeClr val="accent2">
                <a:hueOff val="-658730"/>
                <a:satOff val="3156"/>
                <a:lumOff val="2919"/>
                <a:alphaOff val="0"/>
                <a:tint val="96000"/>
                <a:lumMod val="100000"/>
              </a:schemeClr>
            </a:gs>
            <a:gs pos="78000">
              <a:schemeClr val="accent2">
                <a:hueOff val="-658730"/>
                <a:satOff val="3156"/>
                <a:lumOff val="291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Objectives</a:t>
          </a:r>
        </a:p>
      </dsp:txBody>
      <dsp:txXfrm>
        <a:off x="21704" y="1040894"/>
        <a:ext cx="6585396" cy="401192"/>
      </dsp:txXfrm>
    </dsp:sp>
    <dsp:sp modelId="{859F107B-D7E5-48AA-A070-9C2A49260492}">
      <dsp:nvSpPr>
        <dsp:cNvPr id="0" name=""/>
        <dsp:cNvSpPr/>
      </dsp:nvSpPr>
      <dsp:spPr>
        <a:xfrm>
          <a:off x="0" y="1518510"/>
          <a:ext cx="6628804" cy="444600"/>
        </a:xfrm>
        <a:prstGeom prst="roundRect">
          <a:avLst/>
        </a:prstGeom>
        <a:gradFill rotWithShape="0">
          <a:gsLst>
            <a:gs pos="0">
              <a:schemeClr val="accent2">
                <a:hueOff val="-988095"/>
                <a:satOff val="4733"/>
                <a:lumOff val="4379"/>
                <a:alphaOff val="0"/>
                <a:tint val="96000"/>
                <a:lumMod val="100000"/>
              </a:schemeClr>
            </a:gs>
            <a:gs pos="78000">
              <a:schemeClr val="accent2">
                <a:hueOff val="-988095"/>
                <a:satOff val="4733"/>
                <a:lumOff val="437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Experimental Setup</a:t>
          </a:r>
        </a:p>
      </dsp:txBody>
      <dsp:txXfrm>
        <a:off x="21704" y="1540214"/>
        <a:ext cx="6585396" cy="401192"/>
      </dsp:txXfrm>
    </dsp:sp>
    <dsp:sp modelId="{0FC929A3-4C64-4C54-9DC1-16D89C687F0C}">
      <dsp:nvSpPr>
        <dsp:cNvPr id="0" name=""/>
        <dsp:cNvSpPr/>
      </dsp:nvSpPr>
      <dsp:spPr>
        <a:xfrm>
          <a:off x="0" y="2017830"/>
          <a:ext cx="6628804" cy="444600"/>
        </a:xfrm>
        <a:prstGeom prst="roundRect">
          <a:avLst/>
        </a:prstGeom>
        <a:gradFill rotWithShape="0">
          <a:gsLst>
            <a:gs pos="0">
              <a:schemeClr val="accent2">
                <a:hueOff val="-1317460"/>
                <a:satOff val="6311"/>
                <a:lumOff val="5839"/>
                <a:alphaOff val="0"/>
                <a:tint val="96000"/>
                <a:lumMod val="100000"/>
              </a:schemeClr>
            </a:gs>
            <a:gs pos="78000">
              <a:schemeClr val="accent2">
                <a:hueOff val="-1317460"/>
                <a:satOff val="6311"/>
                <a:lumOff val="583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Problem Statement</a:t>
          </a:r>
        </a:p>
      </dsp:txBody>
      <dsp:txXfrm>
        <a:off x="21704" y="2039534"/>
        <a:ext cx="6585396" cy="401192"/>
      </dsp:txXfrm>
    </dsp:sp>
    <dsp:sp modelId="{F17021A2-D00A-419A-942B-CF64662FEA71}">
      <dsp:nvSpPr>
        <dsp:cNvPr id="0" name=""/>
        <dsp:cNvSpPr/>
      </dsp:nvSpPr>
      <dsp:spPr>
        <a:xfrm>
          <a:off x="0" y="2517150"/>
          <a:ext cx="6628804" cy="444600"/>
        </a:xfrm>
        <a:prstGeom prst="roundRect">
          <a:avLst/>
        </a:prstGeom>
        <a:gradFill rotWithShape="0">
          <a:gsLst>
            <a:gs pos="0">
              <a:schemeClr val="accent2">
                <a:hueOff val="-1646826"/>
                <a:satOff val="7889"/>
                <a:lumOff val="7298"/>
                <a:alphaOff val="0"/>
                <a:tint val="96000"/>
                <a:lumMod val="100000"/>
              </a:schemeClr>
            </a:gs>
            <a:gs pos="78000">
              <a:schemeClr val="accent2">
                <a:hueOff val="-1646826"/>
                <a:satOff val="7889"/>
                <a:lumOff val="729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Methods</a:t>
          </a:r>
        </a:p>
      </dsp:txBody>
      <dsp:txXfrm>
        <a:off x="21704" y="2538854"/>
        <a:ext cx="6585396" cy="401192"/>
      </dsp:txXfrm>
    </dsp:sp>
    <dsp:sp modelId="{BF4F12AE-5A15-4859-BA65-0FE7638677AA}">
      <dsp:nvSpPr>
        <dsp:cNvPr id="0" name=""/>
        <dsp:cNvSpPr/>
      </dsp:nvSpPr>
      <dsp:spPr>
        <a:xfrm>
          <a:off x="0" y="3016470"/>
          <a:ext cx="6628804" cy="444600"/>
        </a:xfrm>
        <a:prstGeom prst="roundRect">
          <a:avLst/>
        </a:prstGeom>
        <a:gradFill rotWithShape="0">
          <a:gsLst>
            <a:gs pos="0">
              <a:schemeClr val="accent2">
                <a:hueOff val="-1976191"/>
                <a:satOff val="9467"/>
                <a:lumOff val="8758"/>
                <a:alphaOff val="0"/>
                <a:tint val="96000"/>
                <a:lumMod val="100000"/>
              </a:schemeClr>
            </a:gs>
            <a:gs pos="78000">
              <a:schemeClr val="accent2">
                <a:hueOff val="-1976191"/>
                <a:satOff val="9467"/>
                <a:lumOff val="875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Results &amp; Discussion</a:t>
          </a:r>
        </a:p>
      </dsp:txBody>
      <dsp:txXfrm>
        <a:off x="21704" y="3038174"/>
        <a:ext cx="6585396" cy="401192"/>
      </dsp:txXfrm>
    </dsp:sp>
    <dsp:sp modelId="{197BF38B-AD4C-4782-B1F9-C02BFD3C7017}">
      <dsp:nvSpPr>
        <dsp:cNvPr id="0" name=""/>
        <dsp:cNvSpPr/>
      </dsp:nvSpPr>
      <dsp:spPr>
        <a:xfrm>
          <a:off x="0" y="3515790"/>
          <a:ext cx="6628804" cy="444600"/>
        </a:xfrm>
        <a:prstGeom prst="roundRect">
          <a:avLst/>
        </a:prstGeom>
        <a:gradFill rotWithShape="0">
          <a:gsLst>
            <a:gs pos="0">
              <a:schemeClr val="accent2">
                <a:hueOff val="-2305556"/>
                <a:satOff val="11044"/>
                <a:lumOff val="10218"/>
                <a:alphaOff val="0"/>
                <a:tint val="96000"/>
                <a:lumMod val="100000"/>
              </a:schemeClr>
            </a:gs>
            <a:gs pos="78000">
              <a:schemeClr val="accent2">
                <a:hueOff val="-2305556"/>
                <a:satOff val="11044"/>
                <a:lumOff val="1021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Importance for 6G</a:t>
          </a:r>
          <a:endParaRPr lang="en-IN" sz="1900" kern="1200" dirty="0"/>
        </a:p>
      </dsp:txBody>
      <dsp:txXfrm>
        <a:off x="21704" y="3537494"/>
        <a:ext cx="6585396" cy="401192"/>
      </dsp:txXfrm>
    </dsp:sp>
    <dsp:sp modelId="{79447505-16AB-4895-8B73-C7946EC2CBA0}">
      <dsp:nvSpPr>
        <dsp:cNvPr id="0" name=""/>
        <dsp:cNvSpPr/>
      </dsp:nvSpPr>
      <dsp:spPr>
        <a:xfrm>
          <a:off x="0" y="4015110"/>
          <a:ext cx="6628804" cy="444600"/>
        </a:xfrm>
        <a:prstGeom prst="roundRect">
          <a:avLst/>
        </a:prstGeom>
        <a:gradFill rotWithShape="0">
          <a:gsLst>
            <a:gs pos="0">
              <a:schemeClr val="accent2">
                <a:hueOff val="-2634921"/>
                <a:satOff val="12622"/>
                <a:lumOff val="11677"/>
                <a:alphaOff val="0"/>
                <a:tint val="96000"/>
                <a:lumMod val="100000"/>
              </a:schemeClr>
            </a:gs>
            <a:gs pos="78000">
              <a:schemeClr val="accent2">
                <a:hueOff val="-2634921"/>
                <a:satOff val="12622"/>
                <a:lumOff val="1167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Advantages</a:t>
          </a:r>
          <a:endParaRPr lang="en-IN" sz="1900" kern="1200" dirty="0"/>
        </a:p>
      </dsp:txBody>
      <dsp:txXfrm>
        <a:off x="21704" y="4036814"/>
        <a:ext cx="6585396" cy="401192"/>
      </dsp:txXfrm>
    </dsp:sp>
    <dsp:sp modelId="{4A5711C1-7AD9-4DAA-AFBC-98CDEC730381}">
      <dsp:nvSpPr>
        <dsp:cNvPr id="0" name=""/>
        <dsp:cNvSpPr/>
      </dsp:nvSpPr>
      <dsp:spPr>
        <a:xfrm>
          <a:off x="0" y="4514430"/>
          <a:ext cx="6628804" cy="444600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Conclusion</a:t>
          </a:r>
        </a:p>
      </dsp:txBody>
      <dsp:txXfrm>
        <a:off x="21704" y="4536134"/>
        <a:ext cx="6585396" cy="4011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A64FE1-8FA9-4CA7-994C-B0CFEE64B8E3}">
      <dsp:nvSpPr>
        <dsp:cNvPr id="0" name=""/>
        <dsp:cNvSpPr/>
      </dsp:nvSpPr>
      <dsp:spPr>
        <a:xfrm>
          <a:off x="920893" y="887962"/>
          <a:ext cx="1249769" cy="12497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23CB4F-086D-4220-92B2-5FCE512E9771}">
      <dsp:nvSpPr>
        <dsp:cNvPr id="0" name=""/>
        <dsp:cNvSpPr/>
      </dsp:nvSpPr>
      <dsp:spPr>
        <a:xfrm>
          <a:off x="157144" y="2485519"/>
          <a:ext cx="277726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Useful for wireless backhaul in cities and rural areas.</a:t>
          </a:r>
        </a:p>
      </dsp:txBody>
      <dsp:txXfrm>
        <a:off x="157144" y="2485519"/>
        <a:ext cx="2777266" cy="720000"/>
      </dsp:txXfrm>
    </dsp:sp>
    <dsp:sp modelId="{E69B223A-EBC5-4B23-83FD-9D48E203D4D2}">
      <dsp:nvSpPr>
        <dsp:cNvPr id="0" name=""/>
        <dsp:cNvSpPr/>
      </dsp:nvSpPr>
      <dsp:spPr>
        <a:xfrm>
          <a:off x="4184181" y="887962"/>
          <a:ext cx="1249769" cy="12497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CF2598-C60F-4F2D-AC4F-06AB580881D1}">
      <dsp:nvSpPr>
        <dsp:cNvPr id="0" name=""/>
        <dsp:cNvSpPr/>
      </dsp:nvSpPr>
      <dsp:spPr>
        <a:xfrm>
          <a:off x="3420433" y="2485519"/>
          <a:ext cx="277726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Fast emergency deployment when fiber is unavailable.</a:t>
          </a:r>
        </a:p>
      </dsp:txBody>
      <dsp:txXfrm>
        <a:off x="3420433" y="2485519"/>
        <a:ext cx="2777266" cy="720000"/>
      </dsp:txXfrm>
    </dsp:sp>
    <dsp:sp modelId="{2D81290A-2F0E-4C74-88CE-431CD20C3E9D}">
      <dsp:nvSpPr>
        <dsp:cNvPr id="0" name=""/>
        <dsp:cNvSpPr/>
      </dsp:nvSpPr>
      <dsp:spPr>
        <a:xfrm>
          <a:off x="7447469" y="887962"/>
          <a:ext cx="1249769" cy="12497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315510-6846-4690-BDE9-265AC5EAD5F7}">
      <dsp:nvSpPr>
        <dsp:cNvPr id="0" name=""/>
        <dsp:cNvSpPr/>
      </dsp:nvSpPr>
      <dsp:spPr>
        <a:xfrm>
          <a:off x="6683721" y="2485519"/>
          <a:ext cx="277726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Can connect mmWave / Wi-Fi access points to core network.</a:t>
          </a:r>
        </a:p>
      </dsp:txBody>
      <dsp:txXfrm>
        <a:off x="6683721" y="2485519"/>
        <a:ext cx="2777266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A65854-AE1A-413E-95BB-0B311A5C8CB1}">
      <dsp:nvSpPr>
        <dsp:cNvPr id="0" name=""/>
        <dsp:cNvSpPr/>
      </dsp:nvSpPr>
      <dsp:spPr>
        <a:xfrm>
          <a:off x="720655" y="104062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680AD3-378F-407D-BCA3-C1537528AD03}">
      <dsp:nvSpPr>
        <dsp:cNvPr id="0" name=""/>
        <dsp:cNvSpPr/>
      </dsp:nvSpPr>
      <dsp:spPr>
        <a:xfrm>
          <a:off x="225655" y="212081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High capacity without laying fiber.</a:t>
          </a:r>
          <a:endParaRPr lang="en-US" sz="1800" kern="1200"/>
        </a:p>
      </dsp:txBody>
      <dsp:txXfrm>
        <a:off x="225655" y="2120810"/>
        <a:ext cx="1800000" cy="720000"/>
      </dsp:txXfrm>
    </dsp:sp>
    <dsp:sp modelId="{4C656900-3D84-4EEB-819E-3684318CAF67}">
      <dsp:nvSpPr>
        <dsp:cNvPr id="0" name=""/>
        <dsp:cNvSpPr/>
      </dsp:nvSpPr>
      <dsp:spPr>
        <a:xfrm>
          <a:off x="2835656" y="104062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C0098C-DD77-4C52-8838-DAE71D76F66C}">
      <dsp:nvSpPr>
        <dsp:cNvPr id="0" name=""/>
        <dsp:cNvSpPr/>
      </dsp:nvSpPr>
      <dsp:spPr>
        <a:xfrm>
          <a:off x="2340656" y="212081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Rapid deployment.</a:t>
          </a:r>
          <a:endParaRPr lang="en-US" sz="1800" kern="1200"/>
        </a:p>
      </dsp:txBody>
      <dsp:txXfrm>
        <a:off x="2340656" y="2120810"/>
        <a:ext cx="1800000" cy="720000"/>
      </dsp:txXfrm>
    </dsp:sp>
    <dsp:sp modelId="{825F3F72-D95F-4A17-B97D-F402A1263C6B}">
      <dsp:nvSpPr>
        <dsp:cNvPr id="0" name=""/>
        <dsp:cNvSpPr/>
      </dsp:nvSpPr>
      <dsp:spPr>
        <a:xfrm>
          <a:off x="4950656" y="104062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2D6E83-127A-4563-A9FB-76ADB8916A02}">
      <dsp:nvSpPr>
        <dsp:cNvPr id="0" name=""/>
        <dsp:cNvSpPr/>
      </dsp:nvSpPr>
      <dsp:spPr>
        <a:xfrm>
          <a:off x="4455656" y="212081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Scalable for future dense networks.</a:t>
          </a:r>
          <a:endParaRPr lang="en-US" sz="1800" kern="1200"/>
        </a:p>
      </dsp:txBody>
      <dsp:txXfrm>
        <a:off x="4455656" y="2120810"/>
        <a:ext cx="1800000" cy="720000"/>
      </dsp:txXfrm>
    </dsp:sp>
    <dsp:sp modelId="{E9B8D2A5-288C-4523-9E83-D008CC1C0B1E}">
      <dsp:nvSpPr>
        <dsp:cNvPr id="0" name=""/>
        <dsp:cNvSpPr/>
      </dsp:nvSpPr>
      <dsp:spPr>
        <a:xfrm>
          <a:off x="7065656" y="104062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10DAC5-FAD3-49DA-B5CB-DB009FBE210A}">
      <dsp:nvSpPr>
        <dsp:cNvPr id="0" name=""/>
        <dsp:cNvSpPr/>
      </dsp:nvSpPr>
      <dsp:spPr>
        <a:xfrm>
          <a:off x="6570656" y="212081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Potential lower infrastructure cost.</a:t>
          </a:r>
          <a:endParaRPr lang="en-US" sz="1800" kern="1200"/>
        </a:p>
      </dsp:txBody>
      <dsp:txXfrm>
        <a:off x="6570656" y="2120810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9133-3753-478F-872D-8B176612964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9BF61-B1AF-4A46-8A9B-BF1C27B51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222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6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445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09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758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97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98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15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945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9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3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0691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5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44084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9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24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745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341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9985" y="1428452"/>
            <a:ext cx="7781163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/>
              <a:t>Multi-kilometre and </a:t>
            </a:r>
          </a:p>
          <a:p>
            <a:pPr algn="ctr"/>
            <a:r>
              <a:rPr lang="en-IN" sz="4000" b="1" dirty="0"/>
              <a:t>Multi-gigabit-per-second </a:t>
            </a:r>
          </a:p>
          <a:p>
            <a:pPr algn="ctr"/>
            <a:r>
              <a:rPr lang="en-IN" sz="4000" b="1" dirty="0"/>
              <a:t>Sub-THz Communications for Wireless Backhaul Applications</a:t>
            </a:r>
          </a:p>
          <a:p>
            <a:pPr algn="ctr"/>
            <a:endParaRPr lang="en-US" sz="4000" b="1" dirty="0"/>
          </a:p>
          <a:p>
            <a:pPr algn="ctr"/>
            <a:r>
              <a:rPr lang="en-US" sz="1400" dirty="0"/>
              <a:t>Presented By</a:t>
            </a:r>
          </a:p>
          <a:p>
            <a:pPr algn="ctr"/>
            <a:r>
              <a:rPr sz="2000" dirty="0"/>
              <a:t>Sai Anirudh Godavarthi
Terahertz in 6G &amp; Beyond –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52481" y="1382486"/>
            <a:ext cx="3547581" cy="40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Agenda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CB18AC18-5C3F-990F-9B16-40CF660DA2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2450848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1370" y="45720"/>
            <a:ext cx="595522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400" b="1" dirty="0"/>
              <a:t>Background: High Power Trans-receivers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1370" y="608617"/>
            <a:ext cx="6707927" cy="7489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dirty="0"/>
              <a:t>6G and beyond require extremely high data rates.</a:t>
            </a:r>
          </a:p>
          <a:p>
            <a:pPr>
              <a:spcAft>
                <a:spcPts val="800"/>
              </a:spcAft>
            </a:pPr>
            <a:r>
              <a:rPr sz="1800" dirty="0"/>
              <a:t>Sub-terahertz band (100 GHz to 1 THz) offers large bandwidth.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9F44A3-8529-551B-22B4-CBB39023F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87" y="1417117"/>
            <a:ext cx="4250392" cy="24666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1CD663-7309-A1D8-4562-2394F4B2D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966" y="1357540"/>
            <a:ext cx="6707927" cy="54484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B8249-6F2E-745A-B8F0-D52C59DFC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93" y="44362"/>
            <a:ext cx="8515827" cy="619432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Background: </a:t>
            </a:r>
            <a:r>
              <a:rPr lang="en-GB" sz="2400" b="1" dirty="0">
                <a:solidFill>
                  <a:schemeClr val="tx1"/>
                </a:solidFill>
              </a:rPr>
              <a:t>Epitaxial structure of the receiver mixer.</a:t>
            </a:r>
            <a:br>
              <a:rPr lang="en-US" sz="2400" b="1" dirty="0">
                <a:solidFill>
                  <a:schemeClr val="tx1"/>
                </a:solidFill>
              </a:rPr>
            </a:b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1C30F-60DA-C832-FD10-42D283127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690" y="1130521"/>
            <a:ext cx="7296626" cy="8087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Transmitter and receiver performance at 210–240 GHz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GB" dirty="0"/>
              <a:t>Long-distance wireless links at these frequencies are challenging.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340EAE-1372-3D24-32B3-2C930DD1F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89" y="1939273"/>
            <a:ext cx="11247159" cy="351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029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75360"/>
            <a:ext cx="327152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/>
              <a:t>Precise alignment required.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/>
              <a:t>Atmospheric loss increases with frequency.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/>
              <a:t>Hardware complexity still high.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/>
              <a:t>Further optimization needed for tens of km links.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4CD50F-D975-2025-6FB1-B91C4F235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280" y="562382"/>
            <a:ext cx="7463339" cy="5972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3556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Objectives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E72C1-3B21-3572-10B2-34517F355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08" y="401320"/>
            <a:ext cx="9678876" cy="62823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7170553" cy="1508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dirty="0"/>
              <a:t>Outdoor transmitter and receiver separated by 2.03 km.</a:t>
            </a:r>
          </a:p>
          <a:p>
            <a:pPr>
              <a:spcAft>
                <a:spcPts val="800"/>
              </a:spcAft>
            </a:pPr>
            <a:r>
              <a:rPr sz="1800" dirty="0"/>
              <a:t>Directional </a:t>
            </a:r>
            <a:r>
              <a:rPr lang="en-US" sz="1800" dirty="0"/>
              <a:t>High-Gain H</a:t>
            </a:r>
            <a:r>
              <a:rPr sz="1800" dirty="0"/>
              <a:t>orn-lens antennas with 40 </a:t>
            </a:r>
            <a:r>
              <a:rPr sz="1800" dirty="0" err="1"/>
              <a:t>dBi</a:t>
            </a:r>
            <a:r>
              <a:rPr sz="1800" dirty="0"/>
              <a:t> / 55 </a:t>
            </a:r>
            <a:r>
              <a:rPr sz="1800" dirty="0" err="1"/>
              <a:t>dBi</a:t>
            </a:r>
            <a:r>
              <a:rPr sz="1800" dirty="0"/>
              <a:t> gain.</a:t>
            </a:r>
          </a:p>
          <a:p>
            <a:pPr>
              <a:spcAft>
                <a:spcPts val="800"/>
              </a:spcAft>
            </a:pPr>
            <a:r>
              <a:rPr sz="1800" dirty="0"/>
              <a:t>Receiver uses low-noise amplifier: 35 dB gain, 1 dB noise figure.</a:t>
            </a:r>
          </a:p>
          <a:p>
            <a:pPr>
              <a:spcAft>
                <a:spcPts val="800"/>
              </a:spcAft>
            </a:pPr>
            <a:r>
              <a:rPr sz="1800" dirty="0"/>
              <a:t>Signals transmitted around 225 GHz.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640BDD-31A8-7AE0-4B49-58B379E4A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2204721"/>
            <a:ext cx="7753340" cy="4516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5245" y="153689"/>
            <a:ext cx="5800755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/>
              <a:t>Problem Statement</a:t>
            </a:r>
            <a:endParaRPr lang="en-GB" sz="2400" b="1" dirty="0"/>
          </a:p>
          <a:p>
            <a:r>
              <a:rPr lang="en-GB" sz="2000" b="1" dirty="0"/>
              <a:t>Methods: Power Combining &amp; Signal Processing</a:t>
            </a:r>
          </a:p>
          <a:p>
            <a:endParaRPr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3AFB93-732E-8B5A-543E-F773BF7A6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2218016"/>
            <a:ext cx="3685391" cy="7054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2815C0A-D3DC-B66A-01E8-2240B638E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80" y="2923470"/>
            <a:ext cx="3845815" cy="8154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841E98-604F-3D07-A216-70942207C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132" y="2017991"/>
            <a:ext cx="2676525" cy="4000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7B49AA-C9E1-072B-AC3F-075A547C02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535" y="1368700"/>
            <a:ext cx="2724530" cy="523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B763CA-19C6-5A5F-12C8-89EE0B1AF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535" y="2570743"/>
            <a:ext cx="3753374" cy="19910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314739-F553-84DA-E7D8-55F60B8328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5392" y="4714448"/>
            <a:ext cx="3667637" cy="6668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7F83B7-740C-D341-C879-6D59190959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245" y="1294672"/>
            <a:ext cx="3974234" cy="8507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539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2400" b="1" dirty="0"/>
              <a:t>Methods: Transceiver Configurations</a:t>
            </a:r>
            <a:endParaRPr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40539" y="731520"/>
            <a:ext cx="9005992" cy="7489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/>
              <a:t>Full configuration of the transceiver chain with mixers, multipliers and amplifiers </a:t>
            </a:r>
          </a:p>
          <a:p>
            <a:pPr>
              <a:spcAft>
                <a:spcPts val="800"/>
              </a:spcAft>
            </a:pPr>
            <a:r>
              <a:rPr lang="en-GB" dirty="0"/>
              <a:t>with the corresponding powers at different stages.</a:t>
            </a:r>
            <a:endParaRPr sz="1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EAA00E-9593-0D7E-62C3-559A607DB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00" y="1914925"/>
            <a:ext cx="4478507" cy="18341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DA75E82-D0CB-06A7-681C-A80CB2635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00" y="3880792"/>
            <a:ext cx="5376500" cy="293148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79BA5DF-8653-AE4A-9A15-CA916AAE3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309" y="1606345"/>
            <a:ext cx="3152259" cy="38292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308610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400" b="1" dirty="0"/>
              <a:t>Results &amp; Discussion</a:t>
            </a:r>
          </a:p>
          <a:p>
            <a:endParaRPr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87102" y="603701"/>
            <a:ext cx="6742551" cy="7489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/>
              <a:t>Data transmission using source-modulated (upconverter 1) and </a:t>
            </a:r>
          </a:p>
          <a:p>
            <a:pPr>
              <a:spcAft>
                <a:spcPts val="800"/>
              </a:spcAft>
            </a:pPr>
            <a:r>
              <a:rPr lang="en-GB" dirty="0"/>
              <a:t>IF-modulated (upconverter 2) system.</a:t>
            </a:r>
            <a:endParaRPr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D20365-202B-C3B4-1069-C5DDA6A86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947" y="1570842"/>
            <a:ext cx="4401164" cy="46012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286933" y="609600"/>
            <a:ext cx="10197494" cy="1099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Importance for 6G</a:t>
            </a: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5A27F1EF-7D1E-C22D-FA8A-5EEC8556FE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2704205"/>
              </p:ext>
            </p:extLst>
          </p:nvPr>
        </p:nvGraphicFramePr>
        <p:xfrm>
          <a:off x="1164382" y="1634672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Advantages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B6029AA9-B02B-90FA-0E27-DAEC0B0CDD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8124397"/>
              </p:ext>
            </p:extLst>
          </p:nvPr>
        </p:nvGraphicFramePr>
        <p:xfrm>
          <a:off x="650129" y="1681270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11228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1" y="735453"/>
            <a:ext cx="91793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/>
              <a:t>This paper demonstrates that long-distance, high-speed sub-THz communication is practical and can play a major role in future 6G wireless backhaul systems.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9EEC450-6737-7129-C7A4-F663D7508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1" y="3908836"/>
            <a:ext cx="5013046" cy="21143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0A178D8-DC8E-5ABA-5A66-387FE3FBA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499" y="3705670"/>
            <a:ext cx="3524742" cy="28293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4FEA710-CAD7-8989-4135-65E93D0E0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7499" y="1480443"/>
            <a:ext cx="3035904" cy="222522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EAB9090-D219-115F-D92D-D275EC079F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1" y="1460779"/>
            <a:ext cx="5145665" cy="242839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62399" y="2695465"/>
            <a:ext cx="3460956" cy="146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IN" sz="4000" b="1" dirty="0"/>
              <a:t>Thank You</a:t>
            </a:r>
            <a:endParaRPr lang="en-US" sz="4000" dirty="0"/>
          </a:p>
          <a:p>
            <a:pPr>
              <a:spcAft>
                <a:spcPts val="800"/>
              </a:spcAft>
            </a:pPr>
            <a:endParaRPr lang="en-IN" dirty="0"/>
          </a:p>
          <a:p>
            <a:pPr>
              <a:spcAft>
                <a:spcPts val="800"/>
              </a:spcAft>
            </a:pPr>
            <a:r>
              <a:rPr lang="en-US" sz="1800" dirty="0"/>
              <a:t>   Any </a:t>
            </a:r>
            <a:r>
              <a:rPr lang="en-US" dirty="0"/>
              <a:t>Clarifica</a:t>
            </a:r>
            <a:r>
              <a:rPr sz="1800" dirty="0"/>
              <a:t>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451</TotalTime>
  <Words>300</Words>
  <Application>Microsoft Office PowerPoint</Application>
  <PresentationFormat>Widescreen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Background: Epitaxial structure of the receiver mixer.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Anirudh</cp:lastModifiedBy>
  <cp:revision>16</cp:revision>
  <dcterms:created xsi:type="dcterms:W3CDTF">2013-01-27T09:14:16Z</dcterms:created>
  <dcterms:modified xsi:type="dcterms:W3CDTF">2026-05-07T04:22:20Z</dcterms:modified>
  <cp:category/>
</cp:coreProperties>
</file>